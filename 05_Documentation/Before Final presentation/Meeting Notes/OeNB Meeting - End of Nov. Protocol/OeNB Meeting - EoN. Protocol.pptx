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9"/>
  </p:notesMasterIdLst>
  <p:sldIdLst>
    <p:sldId id="3604" r:id="rId6"/>
    <p:sldId id="3615" r:id="rId7"/>
    <p:sldId id="361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2222"/>
    <a:srgbClr val="F37021"/>
    <a:srgbClr val="B7CEF7"/>
    <a:srgbClr val="BFBFBF"/>
    <a:srgbClr val="004890"/>
    <a:srgbClr val="000000"/>
    <a:srgbClr val="F2F2F2"/>
    <a:srgbClr val="A6A6A6"/>
    <a:srgbClr val="007DFA"/>
    <a:srgbClr val="118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D50DA-99FD-44AD-88B4-95735E9F74C8}" v="11426" dt="2025-11-26T10:37:10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zmishin, Leonid" userId="S::h12440823@s.wu.ac.at::a651318f-efc1-4d24-b467-778e0afa0169" providerId="AD" clId="Web-{FF31A1F8-663D-3E21-742F-2F7A90E3B5D9}"/>
    <pc:docChg chg="addSld modSld">
      <pc:chgData name="Kuzmishin, Leonid" userId="S::h12440823@s.wu.ac.at::a651318f-efc1-4d24-b467-778e0afa0169" providerId="AD" clId="Web-{FF31A1F8-663D-3E21-742F-2F7A90E3B5D9}" dt="2025-11-24T00:21:33.944" v="554" actId="20577"/>
      <pc:docMkLst>
        <pc:docMk/>
      </pc:docMkLst>
      <pc:sldChg chg="modSp">
        <pc:chgData name="Kuzmishin, Leonid" userId="S::h12440823@s.wu.ac.at::a651318f-efc1-4d24-b467-778e0afa0169" providerId="AD" clId="Web-{FF31A1F8-663D-3E21-742F-2F7A90E3B5D9}" dt="2025-11-23T13:53:34.885" v="548" actId="20577"/>
        <pc:sldMkLst>
          <pc:docMk/>
          <pc:sldMk cId="3531599983" sldId="3601"/>
        </pc:sldMkLst>
        <pc:spChg chg="mod">
          <ac:chgData name="Kuzmishin, Leonid" userId="S::h12440823@s.wu.ac.at::a651318f-efc1-4d24-b467-778e0afa0169" providerId="AD" clId="Web-{FF31A1F8-663D-3E21-742F-2F7A90E3B5D9}" dt="2025-11-23T13:53:34.885" v="548" actId="20577"/>
          <ac:spMkLst>
            <pc:docMk/>
            <pc:sldMk cId="3531599983" sldId="3601"/>
            <ac:spMk id="2" creationId="{54FFED2F-D817-727E-10F7-DFD40950B36E}"/>
          </ac:spMkLst>
        </pc:spChg>
        <pc:spChg chg="mod">
          <ac:chgData name="Kuzmishin, Leonid" userId="S::h12440823@s.wu.ac.at::a651318f-efc1-4d24-b467-778e0afa0169" providerId="AD" clId="Web-{FF31A1F8-663D-3E21-742F-2F7A90E3B5D9}" dt="2025-11-23T12:37:41.153" v="2" actId="20577"/>
          <ac:spMkLst>
            <pc:docMk/>
            <pc:sldMk cId="3531599983" sldId="3601"/>
            <ac:spMk id="5" creationId="{FB43F0A7-4F60-CAE8-D1DD-6EF0822526B4}"/>
          </ac:spMkLst>
        </pc:spChg>
        <pc:spChg chg="mod">
          <ac:chgData name="Kuzmishin, Leonid" userId="S::h12440823@s.wu.ac.at::a651318f-efc1-4d24-b467-778e0afa0169" providerId="AD" clId="Web-{FF31A1F8-663D-3E21-742F-2F7A90E3B5D9}" dt="2025-11-23T13:52:52.337" v="504" actId="20577"/>
          <ac:spMkLst>
            <pc:docMk/>
            <pc:sldMk cId="3531599983" sldId="3601"/>
            <ac:spMk id="7" creationId="{FB43D3E5-88A7-09A5-BB21-0C2559E94973}"/>
          </ac:spMkLst>
        </pc:spChg>
        <pc:spChg chg="mod">
          <ac:chgData name="Kuzmishin, Leonid" userId="S::h12440823@s.wu.ac.at::a651318f-efc1-4d24-b467-778e0afa0169" providerId="AD" clId="Web-{FF31A1F8-663D-3E21-742F-2F7A90E3B5D9}" dt="2025-11-23T12:53:16.831" v="78" actId="20577"/>
          <ac:spMkLst>
            <pc:docMk/>
            <pc:sldMk cId="3531599983" sldId="3601"/>
            <ac:spMk id="8" creationId="{5A905B44-2183-56CB-BCCE-ECDF78C1E509}"/>
          </ac:spMkLst>
        </pc:spChg>
        <pc:spChg chg="mod">
          <ac:chgData name="Kuzmishin, Leonid" userId="S::h12440823@s.wu.ac.at::a651318f-efc1-4d24-b467-778e0afa0169" providerId="AD" clId="Web-{FF31A1F8-663D-3E21-742F-2F7A90E3B5D9}" dt="2025-11-23T13:05:42.688" v="470" actId="20577"/>
          <ac:spMkLst>
            <pc:docMk/>
            <pc:sldMk cId="3531599983" sldId="3601"/>
            <ac:spMk id="9" creationId="{DA115214-EAFB-7072-8033-1795952A2F02}"/>
          </ac:spMkLst>
        </pc:spChg>
      </pc:sldChg>
      <pc:sldChg chg="add">
        <pc:chgData name="Kuzmishin, Leonid" userId="S::h12440823@s.wu.ac.at::a651318f-efc1-4d24-b467-778e0afa0169" providerId="AD" clId="Web-{FF31A1F8-663D-3E21-742F-2F7A90E3B5D9}" dt="2025-11-24T00:19:43.801" v="549"/>
        <pc:sldMkLst>
          <pc:docMk/>
          <pc:sldMk cId="3599831213" sldId="3610"/>
        </pc:sldMkLst>
      </pc:sldChg>
      <pc:sldChg chg="add">
        <pc:chgData name="Kuzmishin, Leonid" userId="S::h12440823@s.wu.ac.at::a651318f-efc1-4d24-b467-778e0afa0169" providerId="AD" clId="Web-{FF31A1F8-663D-3E21-742F-2F7A90E3B5D9}" dt="2025-11-24T00:20:50.990" v="550"/>
        <pc:sldMkLst>
          <pc:docMk/>
          <pc:sldMk cId="792571487" sldId="3611"/>
        </pc:sldMkLst>
      </pc:sldChg>
      <pc:sldChg chg="modSp add">
        <pc:chgData name="Kuzmishin, Leonid" userId="S::h12440823@s.wu.ac.at::a651318f-efc1-4d24-b467-778e0afa0169" providerId="AD" clId="Web-{FF31A1F8-663D-3E21-742F-2F7A90E3B5D9}" dt="2025-11-24T00:21:33.944" v="554" actId="20577"/>
        <pc:sldMkLst>
          <pc:docMk/>
          <pc:sldMk cId="3347103952" sldId="3612"/>
        </pc:sldMkLst>
        <pc:spChg chg="mod">
          <ac:chgData name="Kuzmishin, Leonid" userId="S::h12440823@s.wu.ac.at::a651318f-efc1-4d24-b467-778e0afa0169" providerId="AD" clId="Web-{FF31A1F8-663D-3E21-742F-2F7A90E3B5D9}" dt="2025-11-24T00:21:33.944" v="554" actId="20577"/>
          <ac:spMkLst>
            <pc:docMk/>
            <pc:sldMk cId="3347103952" sldId="3612"/>
            <ac:spMk id="9" creationId="{D65BF66D-2751-72E6-C78C-B98AD9F3D95D}"/>
          </ac:spMkLst>
        </pc:spChg>
      </pc:sldChg>
    </pc:docChg>
  </pc:docChgLst>
  <pc:docChgLst>
    <pc:chgData name="Pryshchepa, Anastasiia" userId="6b62754e-56c0-4654-9fba-a29f049d9048" providerId="ADAL" clId="{1B6422F0-D3A9-5CFF-AA77-446D1BC1077A}"/>
    <pc:docChg chg="undo custSel addSld delSld modSld sldOrd">
      <pc:chgData name="Pryshchepa, Anastasiia" userId="6b62754e-56c0-4654-9fba-a29f049d9048" providerId="ADAL" clId="{1B6422F0-D3A9-5CFF-AA77-446D1BC1077A}" dt="2025-11-23T19:42:52.662" v="4555" actId="21"/>
      <pc:docMkLst>
        <pc:docMk/>
      </pc:docMkLst>
      <pc:sldChg chg="addSp delSp modSp mod">
        <pc:chgData name="Pryshchepa, Anastasiia" userId="6b62754e-56c0-4654-9fba-a29f049d9048" providerId="ADAL" clId="{1B6422F0-D3A9-5CFF-AA77-446D1BC1077A}" dt="2025-11-23T15:25:24.566" v="4385" actId="21"/>
        <pc:sldMkLst>
          <pc:docMk/>
          <pc:sldMk cId="1458608884" sldId="3519"/>
        </pc:sldMkLst>
        <pc:spChg chg="mod">
          <ac:chgData name="Pryshchepa, Anastasiia" userId="6b62754e-56c0-4654-9fba-a29f049d9048" providerId="ADAL" clId="{1B6422F0-D3A9-5CFF-AA77-446D1BC1077A}" dt="2025-11-21T18:58:58.742" v="12" actId="1076"/>
          <ac:spMkLst>
            <pc:docMk/>
            <pc:sldMk cId="1458608884" sldId="3519"/>
            <ac:spMk id="2" creationId="{2DC8EDE1-BED7-5EFF-3C18-4D9C35104B1E}"/>
          </ac:spMkLst>
        </pc:spChg>
      </pc:sldChg>
      <pc:sldChg chg="addSp delSp modSp mod">
        <pc:chgData name="Pryshchepa, Anastasiia" userId="6b62754e-56c0-4654-9fba-a29f049d9048" providerId="ADAL" clId="{1B6422F0-D3A9-5CFF-AA77-446D1BC1077A}" dt="2025-11-23T15:27:22.996" v="4427"/>
        <pc:sldMkLst>
          <pc:docMk/>
          <pc:sldMk cId="2257150751" sldId="3562"/>
        </pc:sldMkLst>
        <pc:spChg chg="add mod">
          <ac:chgData name="Pryshchepa, Anastasiia" userId="6b62754e-56c0-4654-9fba-a29f049d9048" providerId="ADAL" clId="{1B6422F0-D3A9-5CFF-AA77-446D1BC1077A}" dt="2025-11-23T15:27:14.638" v="4424" actId="14100"/>
          <ac:spMkLst>
            <pc:docMk/>
            <pc:sldMk cId="2257150751" sldId="3562"/>
            <ac:spMk id="3" creationId="{1DFA2195-6C1B-4279-1666-B9EB412D83E7}"/>
          </ac:spMkLst>
        </pc:spChg>
      </pc:sldChg>
      <pc:sldChg chg="addSp delSp modSp add mod">
        <pc:chgData name="Pryshchepa, Anastasiia" userId="6b62754e-56c0-4654-9fba-a29f049d9048" providerId="ADAL" clId="{1B6422F0-D3A9-5CFF-AA77-446D1BC1077A}" dt="2025-11-21T19:44:19.943" v="621" actId="14100"/>
        <pc:sldMkLst>
          <pc:docMk/>
          <pc:sldMk cId="1019093580" sldId="3577"/>
        </pc:sldMkLst>
        <pc:spChg chg="add mod">
          <ac:chgData name="Pryshchepa, Anastasiia" userId="6b62754e-56c0-4654-9fba-a29f049d9048" providerId="ADAL" clId="{1B6422F0-D3A9-5CFF-AA77-446D1BC1077A}" dt="2025-11-21T19:44:19.943" v="621" actId="14100"/>
          <ac:spMkLst>
            <pc:docMk/>
            <pc:sldMk cId="1019093580" sldId="3577"/>
            <ac:spMk id="2" creationId="{F51B89FA-C6D0-4C50-3478-F9187440F9D3}"/>
          </ac:spMkLst>
        </pc:spChg>
        <pc:spChg chg="add mod">
          <ac:chgData name="Pryshchepa, Anastasiia" userId="6b62754e-56c0-4654-9fba-a29f049d9048" providerId="ADAL" clId="{1B6422F0-D3A9-5CFF-AA77-446D1BC1077A}" dt="2025-11-21T19:43:42.833" v="614" actId="1076"/>
          <ac:spMkLst>
            <pc:docMk/>
            <pc:sldMk cId="1019093580" sldId="3577"/>
            <ac:spMk id="6" creationId="{975E47D8-EDC2-F056-BB29-363D47E58D85}"/>
          </ac:spMkLst>
        </pc:spChg>
      </pc:sldChg>
      <pc:sldChg chg="delSp modSp add mod">
        <pc:chgData name="Pryshchepa, Anastasiia" userId="6b62754e-56c0-4654-9fba-a29f049d9048" providerId="ADAL" clId="{1B6422F0-D3A9-5CFF-AA77-446D1BC1077A}" dt="2025-11-21T19:56:33.225" v="756" actId="20577"/>
        <pc:sldMkLst>
          <pc:docMk/>
          <pc:sldMk cId="658328662" sldId="3578"/>
        </pc:sldMkLst>
        <pc:spChg chg="mod">
          <ac:chgData name="Pryshchepa, Anastasiia" userId="6b62754e-56c0-4654-9fba-a29f049d9048" providerId="ADAL" clId="{1B6422F0-D3A9-5CFF-AA77-446D1BC1077A}" dt="2025-11-21T19:56:33.225" v="756" actId="20577"/>
          <ac:spMkLst>
            <pc:docMk/>
            <pc:sldMk cId="658328662" sldId="3578"/>
            <ac:spMk id="3" creationId="{37C595E7-87E3-5A8F-BBF0-D23DDD05373B}"/>
          </ac:spMkLst>
        </pc:spChg>
        <pc:spChg chg="mod">
          <ac:chgData name="Pryshchepa, Anastasiia" userId="6b62754e-56c0-4654-9fba-a29f049d9048" providerId="ADAL" clId="{1B6422F0-D3A9-5CFF-AA77-446D1BC1077A}" dt="2025-11-21T19:52:40.696" v="669" actId="1076"/>
          <ac:spMkLst>
            <pc:docMk/>
            <pc:sldMk cId="658328662" sldId="3578"/>
            <ac:spMk id="4" creationId="{3E66F8F1-1505-1B08-9BEC-1D994AE0E8CE}"/>
          </ac:spMkLst>
        </pc:spChg>
        <pc:spChg chg="mod">
          <ac:chgData name="Pryshchepa, Anastasiia" userId="6b62754e-56c0-4654-9fba-a29f049d9048" providerId="ADAL" clId="{1B6422F0-D3A9-5CFF-AA77-446D1BC1077A}" dt="2025-11-21T19:56:23.777" v="753" actId="113"/>
          <ac:spMkLst>
            <pc:docMk/>
            <pc:sldMk cId="658328662" sldId="3578"/>
            <ac:spMk id="6" creationId="{8E56250B-77A0-614A-63F4-8DB6B9A26DEF}"/>
          </ac:spMkLst>
        </pc:spChg>
      </pc:sldChg>
      <pc:sldChg chg="modSp add mod">
        <pc:chgData name="Pryshchepa, Anastasiia" userId="6b62754e-56c0-4654-9fba-a29f049d9048" providerId="ADAL" clId="{1B6422F0-D3A9-5CFF-AA77-446D1BC1077A}" dt="2025-11-21T20:07:23.374" v="1249" actId="20577"/>
        <pc:sldMkLst>
          <pc:docMk/>
          <pc:sldMk cId="2075476782" sldId="3580"/>
        </pc:sldMkLst>
        <pc:spChg chg="mod">
          <ac:chgData name="Pryshchepa, Anastasiia" userId="6b62754e-56c0-4654-9fba-a29f049d9048" providerId="ADAL" clId="{1B6422F0-D3A9-5CFF-AA77-446D1BC1077A}" dt="2025-11-21T20:06:35.865" v="1246" actId="113"/>
          <ac:spMkLst>
            <pc:docMk/>
            <pc:sldMk cId="2075476782" sldId="3580"/>
            <ac:spMk id="6" creationId="{5887C5B1-BFF4-14F7-AD1B-476CE9B67BF9}"/>
          </ac:spMkLst>
        </pc:spChg>
      </pc:sldChg>
      <pc:sldChg chg="modSp add mod">
        <pc:chgData name="Pryshchepa, Anastasiia" userId="6b62754e-56c0-4654-9fba-a29f049d9048" providerId="ADAL" clId="{1B6422F0-D3A9-5CFF-AA77-446D1BC1077A}" dt="2025-11-21T20:17:20.730" v="1360" actId="114"/>
        <pc:sldMkLst>
          <pc:docMk/>
          <pc:sldMk cId="1292337154" sldId="3581"/>
        </pc:sldMkLst>
        <pc:spChg chg="mod">
          <ac:chgData name="Pryshchepa, Anastasiia" userId="6b62754e-56c0-4654-9fba-a29f049d9048" providerId="ADAL" clId="{1B6422F0-D3A9-5CFF-AA77-446D1BC1077A}" dt="2025-11-21T20:13:20.498" v="1277" actId="1076"/>
          <ac:spMkLst>
            <pc:docMk/>
            <pc:sldMk cId="1292337154" sldId="3581"/>
            <ac:spMk id="3" creationId="{4D31934A-860E-1D4D-0407-C75A2DD6E23A}"/>
          </ac:spMkLst>
        </pc:spChg>
        <pc:spChg chg="mod">
          <ac:chgData name="Pryshchepa, Anastasiia" userId="6b62754e-56c0-4654-9fba-a29f049d9048" providerId="ADAL" clId="{1B6422F0-D3A9-5CFF-AA77-446D1BC1077A}" dt="2025-11-21T20:16:24.315" v="1290" actId="1076"/>
          <ac:spMkLst>
            <pc:docMk/>
            <pc:sldMk cId="1292337154" sldId="3581"/>
            <ac:spMk id="4" creationId="{60BA00D4-045F-65EC-ACF0-8FA6BC2681E1}"/>
          </ac:spMkLst>
        </pc:spChg>
        <pc:spChg chg="mod">
          <ac:chgData name="Pryshchepa, Anastasiia" userId="6b62754e-56c0-4654-9fba-a29f049d9048" providerId="ADAL" clId="{1B6422F0-D3A9-5CFF-AA77-446D1BC1077A}" dt="2025-11-21T20:17:20.730" v="1360" actId="114"/>
          <ac:spMkLst>
            <pc:docMk/>
            <pc:sldMk cId="1292337154" sldId="3581"/>
            <ac:spMk id="6" creationId="{70DE5AAB-47C3-6C94-FAFE-DBAEA7DDD042}"/>
          </ac:spMkLst>
        </pc:spChg>
      </pc:sldChg>
      <pc:sldChg chg="modSp mod">
        <pc:chgData name="Pryshchepa, Anastasiia" userId="6b62754e-56c0-4654-9fba-a29f049d9048" providerId="ADAL" clId="{1B6422F0-D3A9-5CFF-AA77-446D1BC1077A}" dt="2025-11-23T15:58:16.273" v="4481" actId="5793"/>
        <pc:sldMkLst>
          <pc:docMk/>
          <pc:sldMk cId="631027352" sldId="3587"/>
        </pc:sldMkLst>
        <pc:spChg chg="mod">
          <ac:chgData name="Pryshchepa, Anastasiia" userId="6b62754e-56c0-4654-9fba-a29f049d9048" providerId="ADAL" clId="{1B6422F0-D3A9-5CFF-AA77-446D1BC1077A}" dt="2025-11-23T15:58:16.273" v="4481" actId="5793"/>
          <ac:spMkLst>
            <pc:docMk/>
            <pc:sldMk cId="631027352" sldId="3587"/>
            <ac:spMk id="15" creationId="{BB347F89-B4E1-5EB9-65A2-C8E3C0F0FC9F}"/>
          </ac:spMkLst>
        </pc:spChg>
      </pc:sldChg>
      <pc:sldChg chg="addSp delSp modSp mod">
        <pc:chgData name="Pryshchepa, Anastasiia" userId="6b62754e-56c0-4654-9fba-a29f049d9048" providerId="ADAL" clId="{1B6422F0-D3A9-5CFF-AA77-446D1BC1077A}" dt="2025-11-23T15:24:02.224" v="4383"/>
        <pc:sldMkLst>
          <pc:docMk/>
          <pc:sldMk cId="2344531420" sldId="3588"/>
        </pc:sldMkLst>
        <pc:spChg chg="mod">
          <ac:chgData name="Pryshchepa, Anastasiia" userId="6b62754e-56c0-4654-9fba-a29f049d9048" providerId="ADAL" clId="{1B6422F0-D3A9-5CFF-AA77-446D1BC1077A}" dt="2025-11-23T15:23:39.227" v="4377" actId="113"/>
          <ac:spMkLst>
            <pc:docMk/>
            <pc:sldMk cId="2344531420" sldId="3588"/>
            <ac:spMk id="11" creationId="{D67790A8-F31A-2280-8F03-93EC7DEB22E9}"/>
          </ac:spMkLst>
        </pc:spChg>
      </pc:sldChg>
      <pc:sldChg chg="modSp mod">
        <pc:chgData name="Pryshchepa, Anastasiia" userId="6b62754e-56c0-4654-9fba-a29f049d9048" providerId="ADAL" clId="{1B6422F0-D3A9-5CFF-AA77-446D1BC1077A}" dt="2025-11-23T13:18:49.455" v="2904" actId="20577"/>
        <pc:sldMkLst>
          <pc:docMk/>
          <pc:sldMk cId="632692011" sldId="3589"/>
        </pc:sldMkLst>
        <pc:spChg chg="mod">
          <ac:chgData name="Pryshchepa, Anastasiia" userId="6b62754e-56c0-4654-9fba-a29f049d9048" providerId="ADAL" clId="{1B6422F0-D3A9-5CFF-AA77-446D1BC1077A}" dt="2025-11-22T10:34:36.544" v="1896"/>
          <ac:spMkLst>
            <pc:docMk/>
            <pc:sldMk cId="632692011" sldId="3589"/>
            <ac:spMk id="3" creationId="{531DD2F2-7244-0755-0F4B-D9D5FA4B4A28}"/>
          </ac:spMkLst>
        </pc:spChg>
        <pc:spChg chg="mod">
          <ac:chgData name="Pryshchepa, Anastasiia" userId="6b62754e-56c0-4654-9fba-a29f049d9048" providerId="ADAL" clId="{1B6422F0-D3A9-5CFF-AA77-446D1BC1077A}" dt="2025-11-23T13:18:49.455" v="2904" actId="20577"/>
          <ac:spMkLst>
            <pc:docMk/>
            <pc:sldMk cId="632692011" sldId="3589"/>
            <ac:spMk id="12" creationId="{1E5FF988-809C-5973-A3F6-64F090F2577F}"/>
          </ac:spMkLst>
        </pc:spChg>
      </pc:sldChg>
      <pc:sldChg chg="addSp delSp modSp del mod">
        <pc:chgData name="Pryshchepa, Anastasiia" userId="6b62754e-56c0-4654-9fba-a29f049d9048" providerId="ADAL" clId="{1B6422F0-D3A9-5CFF-AA77-446D1BC1077A}" dt="2025-11-23T13:14:42.181" v="2801" actId="2696"/>
        <pc:sldMkLst>
          <pc:docMk/>
          <pc:sldMk cId="2527711661" sldId="3595"/>
        </pc:sldMkLst>
      </pc:sldChg>
      <pc:sldChg chg="modSp mod ord modShow">
        <pc:chgData name="Pryshchepa, Anastasiia" userId="6b62754e-56c0-4654-9fba-a29f049d9048" providerId="ADAL" clId="{1B6422F0-D3A9-5CFF-AA77-446D1BC1077A}" dt="2025-11-23T15:12:33.426" v="4265" actId="20578"/>
        <pc:sldMkLst>
          <pc:docMk/>
          <pc:sldMk cId="1864391467" sldId="3597"/>
        </pc:sldMkLst>
      </pc:sldChg>
      <pc:sldChg chg="addSp delSp modSp mod">
        <pc:chgData name="Pryshchepa, Anastasiia" userId="6b62754e-56c0-4654-9fba-a29f049d9048" providerId="ADAL" clId="{1B6422F0-D3A9-5CFF-AA77-446D1BC1077A}" dt="2025-11-23T15:29:34.034" v="4469" actId="20577"/>
        <pc:sldMkLst>
          <pc:docMk/>
          <pc:sldMk cId="4245981175" sldId="3598"/>
        </pc:sldMkLst>
        <pc:spChg chg="add mod">
          <ac:chgData name="Pryshchepa, Anastasiia" userId="6b62754e-56c0-4654-9fba-a29f049d9048" providerId="ADAL" clId="{1B6422F0-D3A9-5CFF-AA77-446D1BC1077A}" dt="2025-11-23T14:44:12.564" v="4191" actId="20577"/>
          <ac:spMkLst>
            <pc:docMk/>
            <pc:sldMk cId="4245981175" sldId="3598"/>
            <ac:spMk id="12" creationId="{F693118E-A8EC-2372-6C55-584F19E308E6}"/>
          </ac:spMkLst>
        </pc:spChg>
        <pc:spChg chg="add mod">
          <ac:chgData name="Pryshchepa, Anastasiia" userId="6b62754e-56c0-4654-9fba-a29f049d9048" providerId="ADAL" clId="{1B6422F0-D3A9-5CFF-AA77-446D1BC1077A}" dt="2025-11-23T14:11:59.777" v="3832" actId="20577"/>
          <ac:spMkLst>
            <pc:docMk/>
            <pc:sldMk cId="4245981175" sldId="3598"/>
            <ac:spMk id="17" creationId="{17E25826-817E-A955-A19E-54F102680CE5}"/>
          </ac:spMkLst>
        </pc:spChg>
        <pc:spChg chg="add mod">
          <ac:chgData name="Pryshchepa, Anastasiia" userId="6b62754e-56c0-4654-9fba-a29f049d9048" providerId="ADAL" clId="{1B6422F0-D3A9-5CFF-AA77-446D1BC1077A}" dt="2025-11-23T12:35:22.747" v="2492" actId="21"/>
          <ac:spMkLst>
            <pc:docMk/>
            <pc:sldMk cId="4245981175" sldId="3598"/>
            <ac:spMk id="18" creationId="{2FF9B00C-34EB-52E3-E6E3-3B24F537A6E4}"/>
          </ac:spMkLst>
        </pc:spChg>
        <pc:spChg chg="add mod">
          <ac:chgData name="Pryshchepa, Anastasiia" userId="6b62754e-56c0-4654-9fba-a29f049d9048" providerId="ADAL" clId="{1B6422F0-D3A9-5CFF-AA77-446D1BC1077A}" dt="2025-11-23T14:15:09.280" v="3900" actId="1076"/>
          <ac:spMkLst>
            <pc:docMk/>
            <pc:sldMk cId="4245981175" sldId="3598"/>
            <ac:spMk id="21" creationId="{2D8E5C20-DCDC-95B9-D41C-EBF31A620CC3}"/>
          </ac:spMkLst>
        </pc:spChg>
        <pc:graphicFrameChg chg="modGraphic">
          <ac:chgData name="Pryshchepa, Anastasiia" userId="6b62754e-56c0-4654-9fba-a29f049d9048" providerId="ADAL" clId="{1B6422F0-D3A9-5CFF-AA77-446D1BC1077A}" dt="2025-11-23T15:29:34.034" v="4469" actId="20577"/>
          <ac:graphicFrameMkLst>
            <pc:docMk/>
            <pc:sldMk cId="4245981175" sldId="3598"/>
            <ac:graphicFrameMk id="3" creationId="{FC610C41-C75B-B992-89B1-AFDF49698225}"/>
          </ac:graphicFrameMkLst>
        </pc:graphicFrameChg>
        <pc:graphicFrameChg chg="mod modGraphic">
          <ac:chgData name="Pryshchepa, Anastasiia" userId="6b62754e-56c0-4654-9fba-a29f049d9048" providerId="ADAL" clId="{1B6422F0-D3A9-5CFF-AA77-446D1BC1077A}" dt="2025-11-23T14:48:05.015" v="4234" actId="2165"/>
          <ac:graphicFrameMkLst>
            <pc:docMk/>
            <pc:sldMk cId="4245981175" sldId="3598"/>
            <ac:graphicFrameMk id="4" creationId="{A01882D0-FE49-4948-735E-4FDD036B8720}"/>
          </ac:graphicFrameMkLst>
        </pc:graphicFrameChg>
      </pc:sldChg>
      <pc:sldChg chg="addSp delSp modSp add del mod">
        <pc:chgData name="Pryshchepa, Anastasiia" userId="6b62754e-56c0-4654-9fba-a29f049d9048" providerId="ADAL" clId="{1B6422F0-D3A9-5CFF-AA77-446D1BC1077A}" dt="2025-11-23T12:38:46.789" v="2612" actId="2696"/>
        <pc:sldMkLst>
          <pc:docMk/>
          <pc:sldMk cId="431951499" sldId="3603"/>
        </pc:sldMkLst>
      </pc:sldChg>
      <pc:sldChg chg="addSp delSp modSp mod">
        <pc:chgData name="Pryshchepa, Anastasiia" userId="6b62754e-56c0-4654-9fba-a29f049d9048" providerId="ADAL" clId="{1B6422F0-D3A9-5CFF-AA77-446D1BC1077A}" dt="2025-11-23T19:42:52.662" v="4555" actId="21"/>
        <pc:sldMkLst>
          <pc:docMk/>
          <pc:sldMk cId="453910058" sldId="3603"/>
        </pc:sldMkLst>
      </pc:sldChg>
      <pc:sldChg chg="modSp mod">
        <pc:chgData name="Pryshchepa, Anastasiia" userId="6b62754e-56c0-4654-9fba-a29f049d9048" providerId="ADAL" clId="{1B6422F0-D3A9-5CFF-AA77-446D1BC1077A}" dt="2025-11-23T15:38:16.819" v="4477" actId="1076"/>
        <pc:sldMkLst>
          <pc:docMk/>
          <pc:sldMk cId="146660247" sldId="3604"/>
        </pc:sldMkLst>
        <pc:spChg chg="mod">
          <ac:chgData name="Pryshchepa, Anastasiia" userId="6b62754e-56c0-4654-9fba-a29f049d9048" providerId="ADAL" clId="{1B6422F0-D3A9-5CFF-AA77-446D1BC1077A}" dt="2025-11-23T15:38:16.454" v="4476" actId="1076"/>
          <ac:spMkLst>
            <pc:docMk/>
            <pc:sldMk cId="146660247" sldId="3604"/>
            <ac:spMk id="17" creationId="{320E77D1-957E-A6C0-1B76-459A153DB5ED}"/>
          </ac:spMkLst>
        </pc:spChg>
        <pc:spChg chg="mod">
          <ac:chgData name="Pryshchepa, Anastasiia" userId="6b62754e-56c0-4654-9fba-a29f049d9048" providerId="ADAL" clId="{1B6422F0-D3A9-5CFF-AA77-446D1BC1077A}" dt="2025-11-23T15:38:16.819" v="4477" actId="1076"/>
          <ac:spMkLst>
            <pc:docMk/>
            <pc:sldMk cId="146660247" sldId="3604"/>
            <ac:spMk id="18" creationId="{9C9AFA2D-AA5E-CF24-ED7A-F454446A47EB}"/>
          </ac:spMkLst>
        </pc:spChg>
      </pc:sldChg>
      <pc:sldChg chg="addSp delSp modSp add del mod">
        <pc:chgData name="Pryshchepa, Anastasiia" userId="6b62754e-56c0-4654-9fba-a29f049d9048" providerId="ADAL" clId="{1B6422F0-D3A9-5CFF-AA77-446D1BC1077A}" dt="2025-11-23T14:45:13.152" v="4215" actId="2696"/>
        <pc:sldMkLst>
          <pc:docMk/>
          <pc:sldMk cId="1627516452" sldId="3605"/>
        </pc:sldMkLst>
      </pc:sldChg>
      <pc:sldChg chg="modSp mod">
        <pc:chgData name="Pryshchepa, Anastasiia" userId="6b62754e-56c0-4654-9fba-a29f049d9048" providerId="ADAL" clId="{1B6422F0-D3A9-5CFF-AA77-446D1BC1077A}" dt="2025-11-23T15:29:21.894" v="4450" actId="20577"/>
        <pc:sldMkLst>
          <pc:docMk/>
          <pc:sldMk cId="2351117739" sldId="3607"/>
        </pc:sldMkLst>
        <pc:graphicFrameChg chg="modGraphic">
          <ac:chgData name="Pryshchepa, Anastasiia" userId="6b62754e-56c0-4654-9fba-a29f049d9048" providerId="ADAL" clId="{1B6422F0-D3A9-5CFF-AA77-446D1BC1077A}" dt="2025-11-23T15:29:21.894" v="4450" actId="20577"/>
          <ac:graphicFrameMkLst>
            <pc:docMk/>
            <pc:sldMk cId="2351117739" sldId="3607"/>
            <ac:graphicFrameMk id="3" creationId="{5F4F33AA-EAF8-E382-10C0-59815BA6ADFA}"/>
          </ac:graphicFrameMkLst>
        </pc:graphicFrameChg>
      </pc:sldChg>
      <pc:sldChg chg="modSp mod">
        <pc:chgData name="Pryshchepa, Anastasiia" userId="6b62754e-56c0-4654-9fba-a29f049d9048" providerId="ADAL" clId="{1B6422F0-D3A9-5CFF-AA77-446D1BC1077A}" dt="2025-11-23T15:51:50.498" v="4478" actId="20577"/>
        <pc:sldMkLst>
          <pc:docMk/>
          <pc:sldMk cId="1599225403" sldId="3609"/>
        </pc:sldMkLst>
        <pc:graphicFrameChg chg="modGraphic">
          <ac:chgData name="Pryshchepa, Anastasiia" userId="6b62754e-56c0-4654-9fba-a29f049d9048" providerId="ADAL" clId="{1B6422F0-D3A9-5CFF-AA77-446D1BC1077A}" dt="2025-11-23T15:51:50.498" v="4478" actId="20577"/>
          <ac:graphicFrameMkLst>
            <pc:docMk/>
            <pc:sldMk cId="1599225403" sldId="3609"/>
            <ac:graphicFrameMk id="3" creationId="{0E7DFCDE-110C-7703-EE0C-4A8C7A83ADE2}"/>
          </ac:graphicFrameMkLst>
        </pc:graphicFrameChg>
      </pc:sldChg>
      <pc:sldChg chg="modSp mod">
        <pc:chgData name="Pryshchepa, Anastasiia" userId="6b62754e-56c0-4654-9fba-a29f049d9048" providerId="ADAL" clId="{1B6422F0-D3A9-5CFF-AA77-446D1BC1077A}" dt="2025-11-23T16:31:43.619" v="4548" actId="20577"/>
        <pc:sldMkLst>
          <pc:docMk/>
          <pc:sldMk cId="2056339161" sldId="3611"/>
        </pc:sldMkLst>
      </pc:sldChg>
    </pc:docChg>
  </pc:docChgLst>
  <pc:docChgLst>
    <pc:chgData name="Leiter, Tristan Kilian" userId="aff616bd-4ba4-4d5a-a6ae-24fbc901fafd" providerId="ADAL" clId="{D292643D-2054-4A69-9325-26675E8D7072}"/>
    <pc:docChg chg="undo custSel addSld delSld modSld sldOrd modMainMaster">
      <pc:chgData name="Leiter, Tristan Kilian" userId="aff616bd-4ba4-4d5a-a6ae-24fbc901fafd" providerId="ADAL" clId="{D292643D-2054-4A69-9325-26675E8D7072}" dt="2025-11-26T10:40:04.248" v="46885" actId="113"/>
      <pc:docMkLst>
        <pc:docMk/>
      </pc:docMkLst>
      <pc:sldChg chg="addSp delSp modSp del mod">
        <pc:chgData name="Leiter, Tristan Kilian" userId="aff616bd-4ba4-4d5a-a6ae-24fbc901fafd" providerId="ADAL" clId="{D292643D-2054-4A69-9325-26675E8D7072}" dt="2025-11-23T15:37:48.271" v="43052" actId="47"/>
        <pc:sldMkLst>
          <pc:docMk/>
          <pc:sldMk cId="1672210218" sldId="3453"/>
        </pc:sldMkLst>
      </pc:sldChg>
      <pc:sldChg chg="addSp delSp modSp new mod modClrScheme chgLayout modNotesTx">
        <pc:chgData name="Leiter, Tristan Kilian" userId="aff616bd-4ba4-4d5a-a6ae-24fbc901fafd" providerId="ADAL" clId="{D292643D-2054-4A69-9325-26675E8D7072}" dt="2025-11-22T08:26:35.772" v="29169" actId="20577"/>
        <pc:sldMkLst>
          <pc:docMk/>
          <pc:sldMk cId="1458608884" sldId="3519"/>
        </pc:sldMkLst>
        <pc:spChg chg="mod ord">
          <ac:chgData name="Leiter, Tristan Kilian" userId="aff616bd-4ba4-4d5a-a6ae-24fbc901fafd" providerId="ADAL" clId="{D292643D-2054-4A69-9325-26675E8D7072}" dt="2025-11-22T08:21:12.843" v="28270" actId="20577"/>
          <ac:spMkLst>
            <pc:docMk/>
            <pc:sldMk cId="1458608884" sldId="3519"/>
            <ac:spMk id="2" creationId="{2DC8EDE1-BED7-5EFF-3C18-4D9C35104B1E}"/>
          </ac:spMkLst>
        </pc:spChg>
        <pc:spChg chg="add mod">
          <ac:chgData name="Leiter, Tristan Kilian" userId="aff616bd-4ba4-4d5a-a6ae-24fbc901fafd" providerId="ADAL" clId="{D292643D-2054-4A69-9325-26675E8D7072}" dt="2025-11-22T08:21:04.488" v="28265" actId="14100"/>
          <ac:spMkLst>
            <pc:docMk/>
            <pc:sldMk cId="1458608884" sldId="3519"/>
            <ac:spMk id="8" creationId="{BDC14B9A-4A03-FE08-FF55-BF852B611DE1}"/>
          </ac:spMkLst>
        </pc:spChg>
        <pc:spChg chg="add mod">
          <ac:chgData name="Leiter, Tristan Kilian" userId="aff616bd-4ba4-4d5a-a6ae-24fbc901fafd" providerId="ADAL" clId="{D292643D-2054-4A69-9325-26675E8D7072}" dt="2025-11-22T08:20:53.977" v="28263" actId="12"/>
          <ac:spMkLst>
            <pc:docMk/>
            <pc:sldMk cId="1458608884" sldId="3519"/>
            <ac:spMk id="11" creationId="{1C2256C7-78CA-60C4-D798-5B6E917C1BFD}"/>
          </ac:spMkLst>
        </pc:spChg>
        <pc:spChg chg="add mo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3" creationId="{AD076063-E6C5-0959-8CB5-15E14FB7D203}"/>
          </ac:spMkLst>
        </pc:spChg>
        <pc:spChg chg="add mod">
          <ac:chgData name="Leiter, Tristan Kilian" userId="aff616bd-4ba4-4d5a-a6ae-24fbc901fafd" providerId="ADAL" clId="{D292643D-2054-4A69-9325-26675E8D7072}" dt="2025-11-22T08:20:56.627" v="28264" actId="12"/>
          <ac:spMkLst>
            <pc:docMk/>
            <pc:sldMk cId="1458608884" sldId="3519"/>
            <ac:spMk id="14" creationId="{FA2C1FE0-CE61-D1FC-41CC-6F223C709221}"/>
          </ac:spMkLst>
        </pc:spChg>
        <pc:spChg chg="add mo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5" creationId="{90F1E74C-647C-9B7D-11A2-F4D31C13CB7B}"/>
          </ac:spMkLst>
        </pc:spChg>
        <pc:spChg chg="add mod or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6" creationId="{195B5F17-A44A-ECFD-5EED-417185F30595}"/>
          </ac:spMkLst>
        </pc:spChg>
        <pc:spChg chg="add mod or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7" creationId="{380021C3-E95D-1E8F-AEB3-564EC5F1688F}"/>
          </ac:spMkLst>
        </pc:spChg>
        <pc:spChg chg="add mod or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8" creationId="{F477F0E8-95D6-A362-CEAB-5F80B6AA3988}"/>
          </ac:spMkLst>
        </pc:spChg>
        <pc:spChg chg="add mod ord">
          <ac:chgData name="Leiter, Tristan Kilian" userId="aff616bd-4ba4-4d5a-a6ae-24fbc901fafd" providerId="ADAL" clId="{D292643D-2054-4A69-9325-26675E8D7072}" dt="2025-11-22T08:17:40.678" v="27668" actId="1036"/>
          <ac:spMkLst>
            <pc:docMk/>
            <pc:sldMk cId="1458608884" sldId="3519"/>
            <ac:spMk id="19" creationId="{371C8553-F394-C897-B62B-EA2BC45D2DD5}"/>
          </ac:spMkLst>
        </pc:spChg>
      </pc:sldChg>
      <pc:sldChg chg="modSp new mod">
        <pc:chgData name="Leiter, Tristan Kilian" userId="aff616bd-4ba4-4d5a-a6ae-24fbc901fafd" providerId="ADAL" clId="{D292643D-2054-4A69-9325-26675E8D7072}" dt="2025-11-23T15:45:47.029" v="43200" actId="1036"/>
        <pc:sldMkLst>
          <pc:docMk/>
          <pc:sldMk cId="2257150751" sldId="3562"/>
        </pc:sldMkLst>
        <pc:spChg chg="mod">
          <ac:chgData name="Leiter, Tristan Kilian" userId="aff616bd-4ba4-4d5a-a6ae-24fbc901fafd" providerId="ADAL" clId="{D292643D-2054-4A69-9325-26675E8D7072}" dt="2025-11-23T15:45:47.029" v="43200" actId="1036"/>
          <ac:spMkLst>
            <pc:docMk/>
            <pc:sldMk cId="2257150751" sldId="3562"/>
            <ac:spMk id="3" creationId="{1DFA2195-6C1B-4279-1666-B9EB412D83E7}"/>
          </ac:spMkLst>
        </pc:spChg>
      </pc:sldChg>
      <pc:sldChg chg="addSp delSp modSp mod modClrScheme chgLayout">
        <pc:chgData name="Leiter, Tristan Kilian" userId="aff616bd-4ba4-4d5a-a6ae-24fbc901fafd" providerId="ADAL" clId="{D292643D-2054-4A69-9325-26675E8D7072}" dt="2025-11-21T20:30:12.080" v="26925" actId="478"/>
        <pc:sldMkLst>
          <pc:docMk/>
          <pc:sldMk cId="1019093580" sldId="3577"/>
        </pc:sldMkLst>
        <pc:spChg chg="add mod">
          <ac:chgData name="Leiter, Tristan Kilian" userId="aff616bd-4ba4-4d5a-a6ae-24fbc901fafd" providerId="ADAL" clId="{D292643D-2054-4A69-9325-26675E8D7072}" dt="2025-11-21T20:30:08.033" v="26923"/>
          <ac:spMkLst>
            <pc:docMk/>
            <pc:sldMk cId="1019093580" sldId="3577"/>
            <ac:spMk id="7" creationId="{7D8448A2-E831-DF3A-3860-BB69FD765950}"/>
          </ac:spMkLst>
        </pc:spChg>
      </pc:sldChg>
      <pc:sldChg chg="addSp delSp modSp mod">
        <pc:chgData name="Leiter, Tristan Kilian" userId="aff616bd-4ba4-4d5a-a6ae-24fbc901fafd" providerId="ADAL" clId="{D292643D-2054-4A69-9325-26675E8D7072}" dt="2025-11-23T15:45:04.603" v="43105" actId="20577"/>
        <pc:sldMkLst>
          <pc:docMk/>
          <pc:sldMk cId="2075476782" sldId="3580"/>
        </pc:sldMkLst>
        <pc:spChg chg="add mod">
          <ac:chgData name="Leiter, Tristan Kilian" userId="aff616bd-4ba4-4d5a-a6ae-24fbc901fafd" providerId="ADAL" clId="{D292643D-2054-4A69-9325-26675E8D7072}" dt="2025-11-21T20:30:24.469" v="26929"/>
          <ac:spMkLst>
            <pc:docMk/>
            <pc:sldMk cId="2075476782" sldId="3580"/>
            <ac:spMk id="2" creationId="{B6355899-BB88-5C4C-19CF-F30528FFCDEE}"/>
          </ac:spMkLst>
        </pc:spChg>
        <pc:spChg chg="mod">
          <ac:chgData name="Leiter, Tristan Kilian" userId="aff616bd-4ba4-4d5a-a6ae-24fbc901fafd" providerId="ADAL" clId="{D292643D-2054-4A69-9325-26675E8D7072}" dt="2025-11-23T15:45:04.603" v="43105" actId="20577"/>
          <ac:spMkLst>
            <pc:docMk/>
            <pc:sldMk cId="2075476782" sldId="3580"/>
            <ac:spMk id="6" creationId="{5887C5B1-BFF4-14F7-AD1B-476CE9B67BF9}"/>
          </ac:spMkLst>
        </pc:spChg>
      </pc:sldChg>
      <pc:sldChg chg="modSp mod">
        <pc:chgData name="Leiter, Tristan Kilian" userId="aff616bd-4ba4-4d5a-a6ae-24fbc901fafd" providerId="ADAL" clId="{D292643D-2054-4A69-9325-26675E8D7072}" dt="2025-11-23T15:45:22.858" v="43110" actId="20577"/>
        <pc:sldMkLst>
          <pc:docMk/>
          <pc:sldMk cId="1292337154" sldId="3581"/>
        </pc:sldMkLst>
        <pc:spChg chg="mod">
          <ac:chgData name="Leiter, Tristan Kilian" userId="aff616bd-4ba4-4d5a-a6ae-24fbc901fafd" providerId="ADAL" clId="{D292643D-2054-4A69-9325-26675E8D7072}" dt="2025-11-23T15:45:22.858" v="43110" actId="20577"/>
          <ac:spMkLst>
            <pc:docMk/>
            <pc:sldMk cId="1292337154" sldId="3581"/>
            <ac:spMk id="6" creationId="{70DE5AAB-47C3-6C94-FAFE-DBAEA7DDD042}"/>
          </ac:spMkLst>
        </pc:spChg>
      </pc:sldChg>
      <pc:sldChg chg="addSp modSp new mod">
        <pc:chgData name="Leiter, Tristan Kilian" userId="aff616bd-4ba4-4d5a-a6ae-24fbc901fafd" providerId="ADAL" clId="{D292643D-2054-4A69-9325-26675E8D7072}" dt="2025-11-23T15:42:29.956" v="43098" actId="20577"/>
        <pc:sldMkLst>
          <pc:docMk/>
          <pc:sldMk cId="2447563206" sldId="3582"/>
        </pc:sldMkLst>
        <pc:spChg chg="mod">
          <ac:chgData name="Leiter, Tristan Kilian" userId="aff616bd-4ba4-4d5a-a6ae-24fbc901fafd" providerId="ADAL" clId="{D292643D-2054-4A69-9325-26675E8D7072}" dt="2025-11-21T20:22:05.581" v="26633" actId="20577"/>
          <ac:spMkLst>
            <pc:docMk/>
            <pc:sldMk cId="2447563206" sldId="3582"/>
            <ac:spMk id="2" creationId="{D2C566D0-8D18-6C2F-91DC-6F2D359C0F3C}"/>
          </ac:spMkLst>
        </pc:spChg>
        <pc:spChg chg="mod">
          <ac:chgData name="Leiter, Tristan Kilian" userId="aff616bd-4ba4-4d5a-a6ae-24fbc901fafd" providerId="ADAL" clId="{D292643D-2054-4A69-9325-26675E8D7072}" dt="2025-11-22T08:56:12.036" v="31150" actId="20577"/>
          <ac:spMkLst>
            <pc:docMk/>
            <pc:sldMk cId="2447563206" sldId="3582"/>
            <ac:spMk id="3" creationId="{8CFD0D62-CEB6-4329-0F02-479DBF1ED26D}"/>
          </ac:spMkLst>
        </pc:spChg>
        <pc:spChg chg="add mod">
          <ac:chgData name="Leiter, Tristan Kilian" userId="aff616bd-4ba4-4d5a-a6ae-24fbc901fafd" providerId="ADAL" clId="{D292643D-2054-4A69-9325-26675E8D7072}" dt="2025-11-21T20:22:19.552" v="26636"/>
          <ac:spMkLst>
            <pc:docMk/>
            <pc:sldMk cId="2447563206" sldId="3582"/>
            <ac:spMk id="4" creationId="{DAD0B9E9-D024-8F33-9858-1A540B3B69BF}"/>
          </ac:spMkLst>
        </pc:spChg>
        <pc:spChg chg="add mod">
          <ac:chgData name="Leiter, Tristan Kilian" userId="aff616bd-4ba4-4d5a-a6ae-24fbc901fafd" providerId="ADAL" clId="{D292643D-2054-4A69-9325-26675E8D7072}" dt="2025-11-23T15:42:29.956" v="43098" actId="20577"/>
          <ac:spMkLst>
            <pc:docMk/>
            <pc:sldMk cId="2447563206" sldId="3582"/>
            <ac:spMk id="6" creationId="{859DC798-AC88-84CE-7251-FA3149A22EC3}"/>
          </ac:spMkLst>
        </pc:spChg>
        <pc:spChg chg="add mod">
          <ac:chgData name="Leiter, Tristan Kilian" userId="aff616bd-4ba4-4d5a-a6ae-24fbc901fafd" providerId="ADAL" clId="{D292643D-2054-4A69-9325-26675E8D7072}" dt="2025-11-22T08:29:37.396" v="29274" actId="20577"/>
          <ac:spMkLst>
            <pc:docMk/>
            <pc:sldMk cId="2447563206" sldId="3582"/>
            <ac:spMk id="7" creationId="{7A9E66E5-AB75-6FEE-7E22-1DD7D9D2E867}"/>
          </ac:spMkLst>
        </pc:spChg>
        <pc:picChg chg="add mod">
          <ac:chgData name="Leiter, Tristan Kilian" userId="aff616bd-4ba4-4d5a-a6ae-24fbc901fafd" providerId="ADAL" clId="{D292643D-2054-4A69-9325-26675E8D7072}" dt="2025-11-22T08:29:06.305" v="29192" actId="1035"/>
          <ac:picMkLst>
            <pc:docMk/>
            <pc:sldMk cId="2447563206" sldId="3582"/>
            <ac:picMk id="5" creationId="{5176FE96-B15D-A757-BA2B-F7E60856D224}"/>
          </ac:picMkLst>
        </pc:picChg>
      </pc:sldChg>
      <pc:sldChg chg="addSp modSp new mod">
        <pc:chgData name="Leiter, Tristan Kilian" userId="aff616bd-4ba4-4d5a-a6ae-24fbc901fafd" providerId="ADAL" clId="{D292643D-2054-4A69-9325-26675E8D7072}" dt="2025-11-23T15:55:39.413" v="43228" actId="20577"/>
        <pc:sldMkLst>
          <pc:docMk/>
          <pc:sldMk cId="3882287869" sldId="3583"/>
        </pc:sldMkLst>
        <pc:spChg chg="mod">
          <ac:chgData name="Leiter, Tristan Kilian" userId="aff616bd-4ba4-4d5a-a6ae-24fbc901fafd" providerId="ADAL" clId="{D292643D-2054-4A69-9325-26675E8D7072}" dt="2025-11-21T20:22:49.308" v="26650" actId="20577"/>
          <ac:spMkLst>
            <pc:docMk/>
            <pc:sldMk cId="3882287869" sldId="3583"/>
            <ac:spMk id="2" creationId="{3E8AFB04-3A2F-235A-C0B8-D4D74ABDEAFC}"/>
          </ac:spMkLst>
        </pc:spChg>
        <pc:spChg chg="mod">
          <ac:chgData name="Leiter, Tristan Kilian" userId="aff616bd-4ba4-4d5a-a6ae-24fbc901fafd" providerId="ADAL" clId="{D292643D-2054-4A69-9325-26675E8D7072}" dt="2025-11-21T20:23:11.791" v="26653"/>
          <ac:spMkLst>
            <pc:docMk/>
            <pc:sldMk cId="3882287869" sldId="3583"/>
            <ac:spMk id="3" creationId="{3D44909E-64B9-0753-BAB9-4180B6208C2B}"/>
          </ac:spMkLst>
        </pc:spChg>
        <pc:spChg chg="add mod">
          <ac:chgData name="Leiter, Tristan Kilian" userId="aff616bd-4ba4-4d5a-a6ae-24fbc901fafd" providerId="ADAL" clId="{D292643D-2054-4A69-9325-26675E8D7072}" dt="2025-11-21T20:23:33.790" v="26666" actId="1036"/>
          <ac:spMkLst>
            <pc:docMk/>
            <pc:sldMk cId="3882287869" sldId="3583"/>
            <ac:spMk id="6" creationId="{0266667A-2B6F-9DA3-7C40-58B6FBD313A9}"/>
          </ac:spMkLst>
        </pc:spChg>
        <pc:spChg chg="add mod">
          <ac:chgData name="Leiter, Tristan Kilian" userId="aff616bd-4ba4-4d5a-a6ae-24fbc901fafd" providerId="ADAL" clId="{D292643D-2054-4A69-9325-26675E8D7072}" dt="2025-11-23T15:55:39.413" v="43228" actId="20577"/>
          <ac:spMkLst>
            <pc:docMk/>
            <pc:sldMk cId="3882287869" sldId="3583"/>
            <ac:spMk id="7" creationId="{063BB5B4-4430-4A3B-F3F4-7703A91D50AF}"/>
          </ac:spMkLst>
        </pc:spChg>
        <pc:spChg chg="add mod">
          <ac:chgData name="Leiter, Tristan Kilian" userId="aff616bd-4ba4-4d5a-a6ae-24fbc901fafd" providerId="ADAL" clId="{D292643D-2054-4A69-9325-26675E8D7072}" dt="2025-11-22T08:30:36.828" v="29354" actId="1036"/>
          <ac:spMkLst>
            <pc:docMk/>
            <pc:sldMk cId="3882287869" sldId="3583"/>
            <ac:spMk id="8" creationId="{D7B30766-1439-4FF5-1249-9C25B033337F}"/>
          </ac:spMkLst>
        </pc:spChg>
        <pc:spChg chg="add mod">
          <ac:chgData name="Leiter, Tristan Kilian" userId="aff616bd-4ba4-4d5a-a6ae-24fbc901fafd" providerId="ADAL" clId="{D292643D-2054-4A69-9325-26675E8D7072}" dt="2025-11-23T15:36:43.763" v="43043" actId="20577"/>
          <ac:spMkLst>
            <pc:docMk/>
            <pc:sldMk cId="3882287869" sldId="3583"/>
            <ac:spMk id="9" creationId="{BB4D7B03-4F37-F81E-B144-B73A6A1A79E9}"/>
          </ac:spMkLst>
        </pc:spChg>
        <pc:spChg chg="add mod">
          <ac:chgData name="Leiter, Tristan Kilian" userId="aff616bd-4ba4-4d5a-a6ae-24fbc901fafd" providerId="ADAL" clId="{D292643D-2054-4A69-9325-26675E8D7072}" dt="2025-11-22T09:26:56.860" v="31758" actId="20577"/>
          <ac:spMkLst>
            <pc:docMk/>
            <pc:sldMk cId="3882287869" sldId="3583"/>
            <ac:spMk id="10" creationId="{C260E848-FE11-1861-C782-30E959B9CCC0}"/>
          </ac:spMkLst>
        </pc:spChg>
        <pc:spChg chg="mod">
          <ac:chgData name="Leiter, Tristan Kilian" userId="aff616bd-4ba4-4d5a-a6ae-24fbc901fafd" providerId="ADAL" clId="{D292643D-2054-4A69-9325-26675E8D7072}" dt="2025-11-21T20:23:46.713" v="26668"/>
          <ac:spMkLst>
            <pc:docMk/>
            <pc:sldMk cId="3882287869" sldId="3583"/>
            <ac:spMk id="14" creationId="{507998EA-D6F2-9F1F-A09D-1BC37811CC8C}"/>
          </ac:spMkLst>
        </pc:spChg>
        <pc:spChg chg="mod">
          <ac:chgData name="Leiter, Tristan Kilian" userId="aff616bd-4ba4-4d5a-a6ae-24fbc901fafd" providerId="ADAL" clId="{D292643D-2054-4A69-9325-26675E8D7072}" dt="2025-11-21T20:23:46.713" v="26668"/>
          <ac:spMkLst>
            <pc:docMk/>
            <pc:sldMk cId="3882287869" sldId="3583"/>
            <ac:spMk id="15" creationId="{FBAC576B-C10A-033B-C903-6482861A515A}"/>
          </ac:spMkLst>
        </pc:spChg>
        <pc:grpChg chg="add mod">
          <ac:chgData name="Leiter, Tristan Kilian" userId="aff616bd-4ba4-4d5a-a6ae-24fbc901fafd" providerId="ADAL" clId="{D292643D-2054-4A69-9325-26675E8D7072}" dt="2025-11-21T20:23:49.905" v="26675" actId="1036"/>
          <ac:grpSpMkLst>
            <pc:docMk/>
            <pc:sldMk cId="3882287869" sldId="3583"/>
            <ac:grpSpMk id="13" creationId="{6433420D-D311-2A5A-39C2-D28A7F91FD99}"/>
          </ac:grpSpMkLst>
        </pc:grpChg>
        <pc:picChg chg="add mod">
          <ac:chgData name="Leiter, Tristan Kilian" userId="aff616bd-4ba4-4d5a-a6ae-24fbc901fafd" providerId="ADAL" clId="{D292643D-2054-4A69-9325-26675E8D7072}" dt="2025-11-21T20:23:33.790" v="26666" actId="1036"/>
          <ac:picMkLst>
            <pc:docMk/>
            <pc:sldMk cId="3882287869" sldId="3583"/>
            <ac:picMk id="4" creationId="{CE7966DE-BDC1-3539-6673-2B40B10053DA}"/>
          </ac:picMkLst>
        </pc:picChg>
        <pc:picChg chg="add mod">
          <ac:chgData name="Leiter, Tristan Kilian" userId="aff616bd-4ba4-4d5a-a6ae-24fbc901fafd" providerId="ADAL" clId="{D292643D-2054-4A69-9325-26675E8D7072}" dt="2025-11-22T08:30:27.883" v="29345" actId="1035"/>
          <ac:picMkLst>
            <pc:docMk/>
            <pc:sldMk cId="3882287869" sldId="3583"/>
            <ac:picMk id="11" creationId="{EE2B2B6A-0514-AD24-B64D-530F7CBDEB14}"/>
          </ac:picMkLst>
        </pc:picChg>
        <pc:cxnChg chg="add mod">
          <ac:chgData name="Leiter, Tristan Kilian" userId="aff616bd-4ba4-4d5a-a6ae-24fbc901fafd" providerId="ADAL" clId="{D292643D-2054-4A69-9325-26675E8D7072}" dt="2025-11-21T20:23:33.790" v="26666" actId="1036"/>
          <ac:cxnSpMkLst>
            <pc:docMk/>
            <pc:sldMk cId="3882287869" sldId="3583"/>
            <ac:cxnSpMk id="5" creationId="{AC45D1FF-1398-7609-CBB1-230112531FCA}"/>
          </ac:cxnSpMkLst>
        </pc:cxnChg>
        <pc:cxnChg chg="add mod">
          <ac:chgData name="Leiter, Tristan Kilian" userId="aff616bd-4ba4-4d5a-a6ae-24fbc901fafd" providerId="ADAL" clId="{D292643D-2054-4A69-9325-26675E8D7072}" dt="2025-11-21T20:23:51.925" v="26684" actId="1036"/>
          <ac:cxnSpMkLst>
            <pc:docMk/>
            <pc:sldMk cId="3882287869" sldId="3583"/>
            <ac:cxnSpMk id="12" creationId="{3C64B142-6B31-69EE-D350-2BA2777F4C02}"/>
          </ac:cxnSpMkLst>
        </pc:cxnChg>
      </pc:sldChg>
      <pc:sldChg chg="addSp modSp new mod">
        <pc:chgData name="Leiter, Tristan Kilian" userId="aff616bd-4ba4-4d5a-a6ae-24fbc901fafd" providerId="ADAL" clId="{D292643D-2054-4A69-9325-26675E8D7072}" dt="2025-11-22T09:27:04.806" v="31762" actId="20577"/>
        <pc:sldMkLst>
          <pc:docMk/>
          <pc:sldMk cId="1060690362" sldId="3584"/>
        </pc:sldMkLst>
        <pc:spChg chg="mod">
          <ac:chgData name="Leiter, Tristan Kilian" userId="aff616bd-4ba4-4d5a-a6ae-24fbc901fafd" providerId="ADAL" clId="{D292643D-2054-4A69-9325-26675E8D7072}" dt="2025-11-21T20:24:07.266" v="26688" actId="20577"/>
          <ac:spMkLst>
            <pc:docMk/>
            <pc:sldMk cId="1060690362" sldId="3584"/>
            <ac:spMk id="2" creationId="{6B616FBF-6623-DBB0-4DD5-3C313D431C32}"/>
          </ac:spMkLst>
        </pc:spChg>
        <pc:spChg chg="mod">
          <ac:chgData name="Leiter, Tristan Kilian" userId="aff616bd-4ba4-4d5a-a6ae-24fbc901fafd" providerId="ADAL" clId="{D292643D-2054-4A69-9325-26675E8D7072}" dt="2025-11-22T08:30:52.447" v="29359" actId="313"/>
          <ac:spMkLst>
            <pc:docMk/>
            <pc:sldMk cId="1060690362" sldId="3584"/>
            <ac:spMk id="3" creationId="{1A903B7F-0D4E-181F-3D2A-08B2942CCAB0}"/>
          </ac:spMkLst>
        </pc:spChg>
        <pc:spChg chg="add mod">
          <ac:chgData name="Leiter, Tristan Kilian" userId="aff616bd-4ba4-4d5a-a6ae-24fbc901fafd" providerId="ADAL" clId="{D292643D-2054-4A69-9325-26675E8D7072}" dt="2025-11-21T20:24:22.116" v="26696" actId="1036"/>
          <ac:spMkLst>
            <pc:docMk/>
            <pc:sldMk cId="1060690362" sldId="3584"/>
            <ac:spMk id="6" creationId="{A1F0F366-37D6-9782-5352-DDF53CA42427}"/>
          </ac:spMkLst>
        </pc:spChg>
        <pc:spChg chg="mod">
          <ac:chgData name="Leiter, Tristan Kilian" userId="aff616bd-4ba4-4d5a-a6ae-24fbc901fafd" providerId="ADAL" clId="{D292643D-2054-4A69-9325-26675E8D7072}" dt="2025-11-21T20:24:31.537" v="26698"/>
          <ac:spMkLst>
            <pc:docMk/>
            <pc:sldMk cId="1060690362" sldId="3584"/>
            <ac:spMk id="8" creationId="{EF87B2A0-2030-ACE5-004C-0D391ECC8AF9}"/>
          </ac:spMkLst>
        </pc:spChg>
        <pc:spChg chg="mod">
          <ac:chgData name="Leiter, Tristan Kilian" userId="aff616bd-4ba4-4d5a-a6ae-24fbc901fafd" providerId="ADAL" clId="{D292643D-2054-4A69-9325-26675E8D7072}" dt="2025-11-21T20:24:31.537" v="26698"/>
          <ac:spMkLst>
            <pc:docMk/>
            <pc:sldMk cId="1060690362" sldId="3584"/>
            <ac:spMk id="9" creationId="{8FBA0DF5-E043-F872-1963-FE89A03E0018}"/>
          </ac:spMkLst>
        </pc:spChg>
        <pc:spChg chg="add mod">
          <ac:chgData name="Leiter, Tristan Kilian" userId="aff616bd-4ba4-4d5a-a6ae-24fbc901fafd" providerId="ADAL" clId="{D292643D-2054-4A69-9325-26675E8D7072}" dt="2025-11-22T09:27:04.806" v="31762" actId="20577"/>
          <ac:spMkLst>
            <pc:docMk/>
            <pc:sldMk cId="1060690362" sldId="3584"/>
            <ac:spMk id="10" creationId="{673D092F-AE30-F4B1-F6C1-2521DC1D7593}"/>
          </ac:spMkLst>
        </pc:spChg>
        <pc:grpChg chg="add mod">
          <ac:chgData name="Leiter, Tristan Kilian" userId="aff616bd-4ba4-4d5a-a6ae-24fbc901fafd" providerId="ADAL" clId="{D292643D-2054-4A69-9325-26675E8D7072}" dt="2025-11-21T20:24:34.013" v="26704" actId="1036"/>
          <ac:grpSpMkLst>
            <pc:docMk/>
            <pc:sldMk cId="1060690362" sldId="3584"/>
            <ac:grpSpMk id="7" creationId="{237347C4-D51B-95BD-E773-50425A0E7BD1}"/>
          </ac:grpSpMkLst>
        </pc:grpChg>
        <pc:picChg chg="add mod ord">
          <ac:chgData name="Leiter, Tristan Kilian" userId="aff616bd-4ba4-4d5a-a6ae-24fbc901fafd" providerId="ADAL" clId="{D292643D-2054-4A69-9325-26675E8D7072}" dt="2025-11-22T09:01:30.524" v="31441" actId="167"/>
          <ac:picMkLst>
            <pc:docMk/>
            <pc:sldMk cId="1060690362" sldId="3584"/>
            <ac:picMk id="4" creationId="{EE2E3BEA-B812-C684-59B4-D3F9AE8BB8EB}"/>
          </ac:picMkLst>
        </pc:picChg>
        <pc:cxnChg chg="add mod">
          <ac:chgData name="Leiter, Tristan Kilian" userId="aff616bd-4ba4-4d5a-a6ae-24fbc901fafd" providerId="ADAL" clId="{D292643D-2054-4A69-9325-26675E8D7072}" dt="2025-11-21T20:24:22.116" v="26696" actId="1036"/>
          <ac:cxnSpMkLst>
            <pc:docMk/>
            <pc:sldMk cId="1060690362" sldId="3584"/>
            <ac:cxnSpMk id="5" creationId="{2B0F9717-456E-6FA5-8BC8-753865ED75C5}"/>
          </ac:cxnSpMkLst>
        </pc:cxnChg>
      </pc:sldChg>
      <pc:sldChg chg="addSp delSp modSp new del mod modClrScheme chgLayout">
        <pc:chgData name="Leiter, Tristan Kilian" userId="aff616bd-4ba4-4d5a-a6ae-24fbc901fafd" providerId="ADAL" clId="{D292643D-2054-4A69-9325-26675E8D7072}" dt="2025-11-26T10:38:42.675" v="46838" actId="47"/>
        <pc:sldMkLst>
          <pc:docMk/>
          <pc:sldMk cId="127963401" sldId="3585"/>
        </pc:sldMkLst>
        <pc:spChg chg="mod ord">
          <ac:chgData name="Leiter, Tristan Kilian" userId="aff616bd-4ba4-4d5a-a6ae-24fbc901fafd" providerId="ADAL" clId="{D292643D-2054-4A69-9325-26675E8D7072}" dt="2025-11-22T09:26:28.365" v="31753" actId="700"/>
          <ac:spMkLst>
            <pc:docMk/>
            <pc:sldMk cId="127963401" sldId="3585"/>
            <ac:spMk id="2" creationId="{539D8029-9EF5-1AD5-8A80-C61707B5DA3D}"/>
          </ac:spMkLst>
        </pc:spChg>
        <pc:spChg chg="mod ord">
          <ac:chgData name="Leiter, Tristan Kilian" userId="aff616bd-4ba4-4d5a-a6ae-24fbc901fafd" providerId="ADAL" clId="{D292643D-2054-4A69-9325-26675E8D7072}" dt="2025-11-24T18:39:20.089" v="45064" actId="20577"/>
          <ac:spMkLst>
            <pc:docMk/>
            <pc:sldMk cId="127963401" sldId="3585"/>
            <ac:spMk id="3" creationId="{5F4D1106-98A8-2B93-843B-1D635C1297FC}"/>
          </ac:spMkLst>
        </pc:spChg>
        <pc:spChg chg="mod">
          <ac:chgData name="Leiter, Tristan Kilian" userId="aff616bd-4ba4-4d5a-a6ae-24fbc901fafd" providerId="ADAL" clId="{D292643D-2054-4A69-9325-26675E8D7072}" dt="2025-11-21T20:25:10.079" v="26715"/>
          <ac:spMkLst>
            <pc:docMk/>
            <pc:sldMk cId="127963401" sldId="3585"/>
            <ac:spMk id="7" creationId="{8A93DA8B-37DC-DDEF-71DD-4CE7A2F0C7CB}"/>
          </ac:spMkLst>
        </pc:spChg>
        <pc:spChg chg="mod">
          <ac:chgData name="Leiter, Tristan Kilian" userId="aff616bd-4ba4-4d5a-a6ae-24fbc901fafd" providerId="ADAL" clId="{D292643D-2054-4A69-9325-26675E8D7072}" dt="2025-11-21T20:25:10.079" v="26715"/>
          <ac:spMkLst>
            <pc:docMk/>
            <pc:sldMk cId="127963401" sldId="3585"/>
            <ac:spMk id="8" creationId="{4A880903-7CEB-1CB7-C541-3F55A0A07EC2}"/>
          </ac:spMkLst>
        </pc:spChg>
        <pc:spChg chg="add mod">
          <ac:chgData name="Leiter, Tristan Kilian" userId="aff616bd-4ba4-4d5a-a6ae-24fbc901fafd" providerId="ADAL" clId="{D292643D-2054-4A69-9325-26675E8D7072}" dt="2025-11-22T09:04:09.823" v="31465" actId="20577"/>
          <ac:spMkLst>
            <pc:docMk/>
            <pc:sldMk cId="127963401" sldId="3585"/>
            <ac:spMk id="9" creationId="{A5388DEC-3F68-3F0F-51E2-3F5E941A6370}"/>
          </ac:spMkLst>
        </pc:spChg>
        <pc:spChg chg="add mod">
          <ac:chgData name="Leiter, Tristan Kilian" userId="aff616bd-4ba4-4d5a-a6ae-24fbc901fafd" providerId="ADAL" clId="{D292643D-2054-4A69-9325-26675E8D7072}" dt="2025-11-24T18:39:50.422" v="45116" actId="20577"/>
          <ac:spMkLst>
            <pc:docMk/>
            <pc:sldMk cId="127963401" sldId="3585"/>
            <ac:spMk id="10" creationId="{F4A94C0B-0425-ABCF-92A3-DEE406E47BFF}"/>
          </ac:spMkLst>
        </pc:spChg>
        <pc:spChg chg="add mod">
          <ac:chgData name="Leiter, Tristan Kilian" userId="aff616bd-4ba4-4d5a-a6ae-24fbc901fafd" providerId="ADAL" clId="{D292643D-2054-4A69-9325-26675E8D7072}" dt="2025-11-23T15:56:56.014" v="43262" actId="1038"/>
          <ac:spMkLst>
            <pc:docMk/>
            <pc:sldMk cId="127963401" sldId="3585"/>
            <ac:spMk id="11" creationId="{3422E585-68D2-C853-8BE9-745B3AB17717}"/>
          </ac:spMkLst>
        </pc:spChg>
        <pc:grpChg chg="add mod">
          <ac:chgData name="Leiter, Tristan Kilian" userId="aff616bd-4ba4-4d5a-a6ae-24fbc901fafd" providerId="ADAL" clId="{D292643D-2054-4A69-9325-26675E8D7072}" dt="2025-11-21T20:25:13.545" v="26726" actId="1036"/>
          <ac:grpSpMkLst>
            <pc:docMk/>
            <pc:sldMk cId="127963401" sldId="3585"/>
            <ac:grpSpMk id="6" creationId="{E8DB280E-D7E3-7F55-F129-0C279A2143B8}"/>
          </ac:grpSpMkLst>
        </pc:grpChg>
        <pc:picChg chg="add mod ord">
          <ac:chgData name="Leiter, Tristan Kilian" userId="aff616bd-4ba4-4d5a-a6ae-24fbc901fafd" providerId="ADAL" clId="{D292643D-2054-4A69-9325-26675E8D7072}" dt="2025-11-22T09:03:45.690" v="31442" actId="167"/>
          <ac:picMkLst>
            <pc:docMk/>
            <pc:sldMk cId="127963401" sldId="3585"/>
            <ac:picMk id="4" creationId="{E61AD756-C2D9-C33B-7530-BF9A402B0A04}"/>
          </ac:picMkLst>
        </pc:picChg>
        <pc:cxnChg chg="add mod">
          <ac:chgData name="Leiter, Tristan Kilian" userId="aff616bd-4ba4-4d5a-a6ae-24fbc901fafd" providerId="ADAL" clId="{D292643D-2054-4A69-9325-26675E8D7072}" dt="2025-11-21T20:25:13.545" v="26726" actId="1036"/>
          <ac:cxnSpMkLst>
            <pc:docMk/>
            <pc:sldMk cId="127963401" sldId="3585"/>
            <ac:cxnSpMk id="5" creationId="{4B90791C-C82F-392F-E8AB-32A2760297BD}"/>
          </ac:cxnSpMkLst>
        </pc:cxnChg>
      </pc:sldChg>
      <pc:sldChg chg="addSp modSp new mod modClrScheme chgLayout">
        <pc:chgData name="Leiter, Tristan Kilian" userId="aff616bd-4ba4-4d5a-a6ae-24fbc901fafd" providerId="ADAL" clId="{D292643D-2054-4A69-9325-26675E8D7072}" dt="2025-11-22T09:27:11.250" v="31766" actId="20577"/>
        <pc:sldMkLst>
          <pc:docMk/>
          <pc:sldMk cId="1311579356" sldId="3586"/>
        </pc:sldMkLst>
        <pc:spChg chg="mod ord">
          <ac:chgData name="Leiter, Tristan Kilian" userId="aff616bd-4ba4-4d5a-a6ae-24fbc901fafd" providerId="ADAL" clId="{D292643D-2054-4A69-9325-26675E8D7072}" dt="2025-11-21T20:26:11.118" v="26761" actId="700"/>
          <ac:spMkLst>
            <pc:docMk/>
            <pc:sldMk cId="1311579356" sldId="3586"/>
            <ac:spMk id="2" creationId="{9A1DAB6F-C16B-B387-C97F-A92FABD6DDAD}"/>
          </ac:spMkLst>
        </pc:spChg>
        <pc:spChg chg="mod ord">
          <ac:chgData name="Leiter, Tristan Kilian" userId="aff616bd-4ba4-4d5a-a6ae-24fbc901fafd" providerId="ADAL" clId="{D292643D-2054-4A69-9325-26675E8D7072}" dt="2025-11-22T09:04:23.754" v="31466"/>
          <ac:spMkLst>
            <pc:docMk/>
            <pc:sldMk cId="1311579356" sldId="3586"/>
            <ac:spMk id="3" creationId="{CF9CED3C-FD10-34B5-E961-3721983161B7}"/>
          </ac:spMkLst>
        </pc:spChg>
        <pc:spChg chg="mod">
          <ac:chgData name="Leiter, Tristan Kilian" userId="aff616bd-4ba4-4d5a-a6ae-24fbc901fafd" providerId="ADAL" clId="{D292643D-2054-4A69-9325-26675E8D7072}" dt="2025-11-21T20:25:55.778" v="26759"/>
          <ac:spMkLst>
            <pc:docMk/>
            <pc:sldMk cId="1311579356" sldId="3586"/>
            <ac:spMk id="6" creationId="{B507BE95-97CE-3526-BDC7-63293ED738B2}"/>
          </ac:spMkLst>
        </pc:spChg>
        <pc:spChg chg="mod">
          <ac:chgData name="Leiter, Tristan Kilian" userId="aff616bd-4ba4-4d5a-a6ae-24fbc901fafd" providerId="ADAL" clId="{D292643D-2054-4A69-9325-26675E8D7072}" dt="2025-11-21T20:25:55.778" v="26759"/>
          <ac:spMkLst>
            <pc:docMk/>
            <pc:sldMk cId="1311579356" sldId="3586"/>
            <ac:spMk id="7" creationId="{F4127DDC-BB3F-0814-F121-8E7EA851E19A}"/>
          </ac:spMkLst>
        </pc:spChg>
        <pc:spChg chg="add mod">
          <ac:chgData name="Leiter, Tristan Kilian" userId="aff616bd-4ba4-4d5a-a6ae-24fbc901fafd" providerId="ADAL" clId="{D292643D-2054-4A69-9325-26675E8D7072}" dt="2025-11-22T09:04:58.327" v="31557" actId="113"/>
          <ac:spMkLst>
            <pc:docMk/>
            <pc:sldMk cId="1311579356" sldId="3586"/>
            <ac:spMk id="8" creationId="{D20BC2F2-AE4A-2EBA-64C0-A78FE6366DC7}"/>
          </ac:spMkLst>
        </pc:spChg>
        <pc:spChg chg="add mod">
          <ac:chgData name="Leiter, Tristan Kilian" userId="aff616bd-4ba4-4d5a-a6ae-24fbc901fafd" providerId="ADAL" clId="{D292643D-2054-4A69-9325-26675E8D7072}" dt="2025-11-22T09:27:11.250" v="31766" actId="20577"/>
          <ac:spMkLst>
            <pc:docMk/>
            <pc:sldMk cId="1311579356" sldId="3586"/>
            <ac:spMk id="9" creationId="{C68EDECB-92DF-D8B9-11D3-ECC0D21BD003}"/>
          </ac:spMkLst>
        </pc:spChg>
        <pc:grpChg chg="add mod">
          <ac:chgData name="Leiter, Tristan Kilian" userId="aff616bd-4ba4-4d5a-a6ae-24fbc901fafd" providerId="ADAL" clId="{D292643D-2054-4A69-9325-26675E8D7072}" dt="2025-11-21T20:25:55.778" v="26759"/>
          <ac:grpSpMkLst>
            <pc:docMk/>
            <pc:sldMk cId="1311579356" sldId="3586"/>
            <ac:grpSpMk id="5" creationId="{A545F958-2AFD-CC48-8C00-47C1CC84CD6D}"/>
          </ac:grpSpMkLst>
        </pc:grpChg>
        <pc:picChg chg="add mod ord">
          <ac:chgData name="Leiter, Tristan Kilian" userId="aff616bd-4ba4-4d5a-a6ae-24fbc901fafd" providerId="ADAL" clId="{D292643D-2054-4A69-9325-26675E8D7072}" dt="2025-11-22T08:31:47.867" v="29559" actId="167"/>
          <ac:picMkLst>
            <pc:docMk/>
            <pc:sldMk cId="1311579356" sldId="3586"/>
            <ac:picMk id="10" creationId="{64FEBCFF-EFCE-CB95-624B-27CD87C25237}"/>
          </ac:picMkLst>
        </pc:picChg>
        <pc:cxnChg chg="add mod">
          <ac:chgData name="Leiter, Tristan Kilian" userId="aff616bd-4ba4-4d5a-a6ae-24fbc901fafd" providerId="ADAL" clId="{D292643D-2054-4A69-9325-26675E8D7072}" dt="2025-11-21T20:25:55.778" v="26759"/>
          <ac:cxnSpMkLst>
            <pc:docMk/>
            <pc:sldMk cId="1311579356" sldId="3586"/>
            <ac:cxnSpMk id="4" creationId="{9A938FDE-2D48-F622-6E44-E76C75D6A651}"/>
          </ac:cxnSpMkLst>
        </pc:cxnChg>
      </pc:sldChg>
      <pc:sldChg chg="addSp delSp modSp new mod">
        <pc:chgData name="Leiter, Tristan Kilian" userId="aff616bd-4ba4-4d5a-a6ae-24fbc901fafd" providerId="ADAL" clId="{D292643D-2054-4A69-9325-26675E8D7072}" dt="2025-11-24T18:41:08.931" v="45117" actId="20577"/>
        <pc:sldMkLst>
          <pc:docMk/>
          <pc:sldMk cId="631027352" sldId="3587"/>
        </pc:sldMkLst>
        <pc:spChg chg="mod">
          <ac:chgData name="Leiter, Tristan Kilian" userId="aff616bd-4ba4-4d5a-a6ae-24fbc901fafd" providerId="ADAL" clId="{D292643D-2054-4A69-9325-26675E8D7072}" dt="2025-11-21T20:26:21.123" v="26765" actId="20577"/>
          <ac:spMkLst>
            <pc:docMk/>
            <pc:sldMk cId="631027352" sldId="3587"/>
            <ac:spMk id="2" creationId="{CB9AF112-7986-DEB3-42D3-E01FC81AB7AE}"/>
          </ac:spMkLst>
        </pc:spChg>
        <pc:spChg chg="mod">
          <ac:chgData name="Leiter, Tristan Kilian" userId="aff616bd-4ba4-4d5a-a6ae-24fbc901fafd" providerId="ADAL" clId="{D292643D-2054-4A69-9325-26675E8D7072}" dt="2025-11-23T15:59:39.958" v="43366" actId="20577"/>
          <ac:spMkLst>
            <pc:docMk/>
            <pc:sldMk cId="631027352" sldId="3587"/>
            <ac:spMk id="3" creationId="{4ED38F16-7050-0A9F-E121-C958AAF21705}"/>
          </ac:spMkLst>
        </pc:spChg>
        <pc:spChg chg="mod">
          <ac:chgData name="Leiter, Tristan Kilian" userId="aff616bd-4ba4-4d5a-a6ae-24fbc901fafd" providerId="ADAL" clId="{D292643D-2054-4A69-9325-26675E8D7072}" dt="2025-11-21T20:26:46.168" v="26766"/>
          <ac:spMkLst>
            <pc:docMk/>
            <pc:sldMk cId="631027352" sldId="3587"/>
            <ac:spMk id="8" creationId="{0F822B80-CB31-52A4-9D1E-74E5135C5458}"/>
          </ac:spMkLst>
        </pc:spChg>
        <pc:spChg chg="mod">
          <ac:chgData name="Leiter, Tristan Kilian" userId="aff616bd-4ba4-4d5a-a6ae-24fbc901fafd" providerId="ADAL" clId="{D292643D-2054-4A69-9325-26675E8D7072}" dt="2025-11-21T20:26:46.168" v="26766"/>
          <ac:spMkLst>
            <pc:docMk/>
            <pc:sldMk cId="631027352" sldId="3587"/>
            <ac:spMk id="9" creationId="{8C32F8C7-DF07-7539-1051-894BBA6FFA06}"/>
          </ac:spMkLst>
        </pc:spChg>
        <pc:spChg chg="add mod">
          <ac:chgData name="Leiter, Tristan Kilian" userId="aff616bd-4ba4-4d5a-a6ae-24fbc901fafd" providerId="ADAL" clId="{D292643D-2054-4A69-9325-26675E8D7072}" dt="2025-11-21T20:27:09.371" v="26785" actId="1036"/>
          <ac:spMkLst>
            <pc:docMk/>
            <pc:sldMk cId="631027352" sldId="3587"/>
            <ac:spMk id="11" creationId="{6524C1CE-E839-F2C4-F0BA-99669FA52A3F}"/>
          </ac:spMkLst>
        </pc:spChg>
        <pc:spChg chg="add mod">
          <ac:chgData name="Leiter, Tristan Kilian" userId="aff616bd-4ba4-4d5a-a6ae-24fbc901fafd" providerId="ADAL" clId="{D292643D-2054-4A69-9325-26675E8D7072}" dt="2025-11-22T09:27:15.502" v="31768" actId="20577"/>
          <ac:spMkLst>
            <pc:docMk/>
            <pc:sldMk cId="631027352" sldId="3587"/>
            <ac:spMk id="13" creationId="{50D3E4E9-50EE-4F5F-7068-AA577983DD2B}"/>
          </ac:spMkLst>
        </pc:spChg>
        <pc:spChg chg="add mod">
          <ac:chgData name="Leiter, Tristan Kilian" userId="aff616bd-4ba4-4d5a-a6ae-24fbc901fafd" providerId="ADAL" clId="{D292643D-2054-4A69-9325-26675E8D7072}" dt="2025-11-21T20:27:09.371" v="26785" actId="1036"/>
          <ac:spMkLst>
            <pc:docMk/>
            <pc:sldMk cId="631027352" sldId="3587"/>
            <ac:spMk id="14" creationId="{80D53DC6-5482-7CC7-F7BA-7882ECBF1038}"/>
          </ac:spMkLst>
        </pc:spChg>
        <pc:spChg chg="add mod">
          <ac:chgData name="Leiter, Tristan Kilian" userId="aff616bd-4ba4-4d5a-a6ae-24fbc901fafd" providerId="ADAL" clId="{D292643D-2054-4A69-9325-26675E8D7072}" dt="2025-11-24T18:41:08.931" v="45117" actId="20577"/>
          <ac:spMkLst>
            <pc:docMk/>
            <pc:sldMk cId="631027352" sldId="3587"/>
            <ac:spMk id="15" creationId="{BB347F89-B4E1-5EB9-65A2-C8E3C0F0FC9F}"/>
          </ac:spMkLst>
        </pc:spChg>
        <pc:grpChg chg="mod">
          <ac:chgData name="Leiter, Tristan Kilian" userId="aff616bd-4ba4-4d5a-a6ae-24fbc901fafd" providerId="ADAL" clId="{D292643D-2054-4A69-9325-26675E8D7072}" dt="2025-11-21T20:27:09.371" v="26785" actId="1036"/>
          <ac:grpSpMkLst>
            <pc:docMk/>
            <pc:sldMk cId="631027352" sldId="3587"/>
            <ac:grpSpMk id="7" creationId="{8CA3B39A-1B67-F11C-A611-FF3635347AD2}"/>
          </ac:grpSpMkLst>
        </pc:grpChg>
        <pc:picChg chg="add mod ord">
          <ac:chgData name="Leiter, Tristan Kilian" userId="aff616bd-4ba4-4d5a-a6ae-24fbc901fafd" providerId="ADAL" clId="{D292643D-2054-4A69-9325-26675E8D7072}" dt="2025-11-23T15:59:04.035" v="43291" actId="167"/>
          <ac:picMkLst>
            <pc:docMk/>
            <pc:sldMk cId="631027352" sldId="3587"/>
            <ac:picMk id="4" creationId="{E38D225C-E1B9-48D2-2AC4-DBFBF92A4B87}"/>
          </ac:picMkLst>
        </pc:picChg>
        <pc:cxnChg chg="mod">
          <ac:chgData name="Leiter, Tristan Kilian" userId="aff616bd-4ba4-4d5a-a6ae-24fbc901fafd" providerId="ADAL" clId="{D292643D-2054-4A69-9325-26675E8D7072}" dt="2025-11-21T20:27:09.371" v="26785" actId="1036"/>
          <ac:cxnSpMkLst>
            <pc:docMk/>
            <pc:sldMk cId="631027352" sldId="3587"/>
            <ac:cxnSpMk id="10" creationId="{FE4722D5-7EAD-5F31-07B6-CA9AA1D2C446}"/>
          </ac:cxnSpMkLst>
        </pc:cxnChg>
      </pc:sldChg>
      <pc:sldChg chg="addSp delSp modSp new del mod modNotesTx">
        <pc:chgData name="Leiter, Tristan Kilian" userId="aff616bd-4ba4-4d5a-a6ae-24fbc901fafd" providerId="ADAL" clId="{D292643D-2054-4A69-9325-26675E8D7072}" dt="2025-11-26T10:38:49.859" v="46839" actId="47"/>
        <pc:sldMkLst>
          <pc:docMk/>
          <pc:sldMk cId="2344531420" sldId="3588"/>
        </pc:sldMkLst>
        <pc:spChg chg="mod">
          <ac:chgData name="Leiter, Tristan Kilian" userId="aff616bd-4ba4-4d5a-a6ae-24fbc901fafd" providerId="ADAL" clId="{D292643D-2054-4A69-9325-26675E8D7072}" dt="2025-11-21T20:27:24.989" v="26790" actId="20577"/>
          <ac:spMkLst>
            <pc:docMk/>
            <pc:sldMk cId="2344531420" sldId="3588"/>
            <ac:spMk id="2" creationId="{9DE87A8A-E1AD-130D-86A3-2266B0A4A9AA}"/>
          </ac:spMkLst>
        </pc:spChg>
        <pc:spChg chg="mod">
          <ac:chgData name="Leiter, Tristan Kilian" userId="aff616bd-4ba4-4d5a-a6ae-24fbc901fafd" providerId="ADAL" clId="{D292643D-2054-4A69-9325-26675E8D7072}" dt="2025-11-24T18:43:19.873" v="45290" actId="20577"/>
          <ac:spMkLst>
            <pc:docMk/>
            <pc:sldMk cId="2344531420" sldId="3588"/>
            <ac:spMk id="3" creationId="{977EEAB0-673B-806A-1292-8969442E96D6}"/>
          </ac:spMkLst>
        </pc:spChg>
        <pc:spChg chg="add mod">
          <ac:chgData name="Leiter, Tristan Kilian" userId="aff616bd-4ba4-4d5a-a6ae-24fbc901fafd" providerId="ADAL" clId="{D292643D-2054-4A69-9325-26675E8D7072}" dt="2025-11-21T20:27:46.957" v="26818" actId="1036"/>
          <ac:spMkLst>
            <pc:docMk/>
            <pc:sldMk cId="2344531420" sldId="3588"/>
            <ac:spMk id="8" creationId="{4C5A6C09-5901-D991-1821-CAB992838139}"/>
          </ac:spMkLst>
        </pc:spChg>
        <pc:spChg chg="add mod">
          <ac:chgData name="Leiter, Tristan Kilian" userId="aff616bd-4ba4-4d5a-a6ae-24fbc901fafd" providerId="ADAL" clId="{D292643D-2054-4A69-9325-26675E8D7072}" dt="2025-11-21T20:27:46.957" v="26818" actId="1036"/>
          <ac:spMkLst>
            <pc:docMk/>
            <pc:sldMk cId="2344531420" sldId="3588"/>
            <ac:spMk id="9" creationId="{BA0EF424-A270-EF7E-A219-93FE261F69C3}"/>
          </ac:spMkLst>
        </pc:spChg>
        <pc:spChg chg="add mod">
          <ac:chgData name="Leiter, Tristan Kilian" userId="aff616bd-4ba4-4d5a-a6ae-24fbc901fafd" providerId="ADAL" clId="{D292643D-2054-4A69-9325-26675E8D7072}" dt="2025-11-23T15:36:50.932" v="43045" actId="20577"/>
          <ac:spMkLst>
            <pc:docMk/>
            <pc:sldMk cId="2344531420" sldId="3588"/>
            <ac:spMk id="10" creationId="{D798933E-36CB-137B-2236-3F314E70D1AB}"/>
          </ac:spMkLst>
        </pc:spChg>
        <pc:spChg chg="add mod">
          <ac:chgData name="Leiter, Tristan Kilian" userId="aff616bd-4ba4-4d5a-a6ae-24fbc901fafd" providerId="ADAL" clId="{D292643D-2054-4A69-9325-26675E8D7072}" dt="2025-11-23T19:42:48.936" v="44312" actId="20577"/>
          <ac:spMkLst>
            <pc:docMk/>
            <pc:sldMk cId="2344531420" sldId="3588"/>
            <ac:spMk id="11" creationId="{D67790A8-F31A-2280-8F03-93EC7DEB22E9}"/>
          </ac:spMkLst>
        </pc:spChg>
        <pc:spChg chg="add mod">
          <ac:chgData name="Leiter, Tristan Kilian" userId="aff616bd-4ba4-4d5a-a6ae-24fbc901fafd" providerId="ADAL" clId="{D292643D-2054-4A69-9325-26675E8D7072}" dt="2025-11-23T16:11:16.451" v="43540" actId="20577"/>
          <ac:spMkLst>
            <pc:docMk/>
            <pc:sldMk cId="2344531420" sldId="3588"/>
            <ac:spMk id="12" creationId="{C6C29E41-20CC-6F77-F382-42E9FEAC03FD}"/>
          </ac:spMkLst>
        </pc:spChg>
        <pc:spChg chg="mod">
          <ac:chgData name="Leiter, Tristan Kilian" userId="aff616bd-4ba4-4d5a-a6ae-24fbc901fafd" providerId="ADAL" clId="{D292643D-2054-4A69-9325-26675E8D7072}" dt="2025-11-21T20:27:52.895" v="26819"/>
          <ac:spMkLst>
            <pc:docMk/>
            <pc:sldMk cId="2344531420" sldId="3588"/>
            <ac:spMk id="15" creationId="{05BAF62A-DD9C-FC1C-2412-87D4593C44E9}"/>
          </ac:spMkLst>
        </pc:spChg>
        <pc:spChg chg="mod">
          <ac:chgData name="Leiter, Tristan Kilian" userId="aff616bd-4ba4-4d5a-a6ae-24fbc901fafd" providerId="ADAL" clId="{D292643D-2054-4A69-9325-26675E8D7072}" dt="2025-11-21T20:27:52.895" v="26819"/>
          <ac:spMkLst>
            <pc:docMk/>
            <pc:sldMk cId="2344531420" sldId="3588"/>
            <ac:spMk id="16" creationId="{D563528F-61D7-4E68-EF2A-4FAD49ADD4C7}"/>
          </ac:spMkLst>
        </pc:spChg>
        <pc:spChg chg="add mod">
          <ac:chgData name="Leiter, Tristan Kilian" userId="aff616bd-4ba4-4d5a-a6ae-24fbc901fafd" providerId="ADAL" clId="{D292643D-2054-4A69-9325-26675E8D7072}" dt="2025-11-24T16:20:11.060" v="44927"/>
          <ac:spMkLst>
            <pc:docMk/>
            <pc:sldMk cId="2344531420" sldId="3588"/>
            <ac:spMk id="17" creationId="{87950139-AC96-67CF-5EEB-7BF22E354643}"/>
          </ac:spMkLst>
        </pc:spChg>
        <pc:spChg chg="add mod">
          <ac:chgData name="Leiter, Tristan Kilian" userId="aff616bd-4ba4-4d5a-a6ae-24fbc901fafd" providerId="ADAL" clId="{D292643D-2054-4A69-9325-26675E8D7072}" dt="2025-11-24T16:20:11.060" v="44927"/>
          <ac:spMkLst>
            <pc:docMk/>
            <pc:sldMk cId="2344531420" sldId="3588"/>
            <ac:spMk id="18" creationId="{6A6AA911-303B-7641-4C15-27F506A49CEF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0" creationId="{7B7E65EA-0568-E045-253A-D5AFBD4B389F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1" creationId="{43D82C6B-9B05-5069-1E13-B68F38102C1D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2" creationId="{AB732647-6121-E643-B493-0DD7E1A5C655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4" creationId="{8946E48E-746D-19A9-5E0F-191716DEFB2C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5" creationId="{CFBBADD3-1E7A-BB9F-D183-12A5F3909D8C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6" creationId="{91F35356-A2C4-376E-8330-BADA40118055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28" creationId="{5DF6AD47-FB05-A43A-FD0C-1CA5727FE315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30" creationId="{F1BA0336-61C0-5787-5C6B-84D4A5DCD615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31" creationId="{D63967FC-EFD6-E6FD-C939-81C71FD80165}"/>
          </ac:spMkLst>
        </pc:spChg>
        <pc:spChg chg="mod">
          <ac:chgData name="Leiter, Tristan Kilian" userId="aff616bd-4ba4-4d5a-a6ae-24fbc901fafd" providerId="ADAL" clId="{D292643D-2054-4A69-9325-26675E8D7072}" dt="2025-11-24T16:20:31.132" v="44928"/>
          <ac:spMkLst>
            <pc:docMk/>
            <pc:sldMk cId="2344531420" sldId="3588"/>
            <ac:spMk id="32" creationId="{58BA5D81-F39D-4B2D-80F3-EC0E283E0DD8}"/>
          </ac:spMkLst>
        </pc:spChg>
        <pc:grpChg chg="add mod">
          <ac:chgData name="Leiter, Tristan Kilian" userId="aff616bd-4ba4-4d5a-a6ae-24fbc901fafd" providerId="ADAL" clId="{D292643D-2054-4A69-9325-26675E8D7072}" dt="2025-11-24T16:21:34.294" v="45003" actId="1038"/>
          <ac:grpSpMkLst>
            <pc:docMk/>
            <pc:sldMk cId="2344531420" sldId="3588"/>
            <ac:grpSpMk id="14" creationId="{84CD31B9-7DA5-9EC0-958E-28A1FF167C3D}"/>
          </ac:grpSpMkLst>
        </pc:grpChg>
        <pc:grpChg chg="mod">
          <ac:chgData name="Leiter, Tristan Kilian" userId="aff616bd-4ba4-4d5a-a6ae-24fbc901fafd" providerId="ADAL" clId="{D292643D-2054-4A69-9325-26675E8D7072}" dt="2025-11-24T16:21:33.966" v="45002" actId="1038"/>
          <ac:grpSpMkLst>
            <pc:docMk/>
            <pc:sldMk cId="2344531420" sldId="3588"/>
            <ac:grpSpMk id="19" creationId="{CC0797EC-6ACA-A735-D227-4A38AF90D250}"/>
          </ac:grpSpMkLst>
        </pc:grpChg>
        <pc:graphicFrameChg chg="add mod modGraphic">
          <ac:chgData name="Leiter, Tristan Kilian" userId="aff616bd-4ba4-4d5a-a6ae-24fbc901fafd" providerId="ADAL" clId="{D292643D-2054-4A69-9325-26675E8D7072}" dt="2025-11-24T16:21:35.603" v="45004" actId="1038"/>
          <ac:graphicFrameMkLst>
            <pc:docMk/>
            <pc:sldMk cId="2344531420" sldId="3588"/>
            <ac:graphicFrameMk id="4" creationId="{3D656682-8888-0BE2-0690-2B6FEB247BAB}"/>
          </ac:graphicFrameMkLst>
        </pc:graphicFrameChg>
        <pc:cxnChg chg="add mod">
          <ac:chgData name="Leiter, Tristan Kilian" userId="aff616bd-4ba4-4d5a-a6ae-24fbc901fafd" providerId="ADAL" clId="{D292643D-2054-4A69-9325-26675E8D7072}" dt="2025-11-23T16:07:10.474" v="43370" actId="14100"/>
          <ac:cxnSpMkLst>
            <pc:docMk/>
            <pc:sldMk cId="2344531420" sldId="3588"/>
            <ac:cxnSpMk id="5" creationId="{BACF731F-BEE3-40F7-F306-E816C8883948}"/>
          </ac:cxnSpMkLst>
        </pc:cxnChg>
        <pc:cxnChg chg="add mod">
          <ac:chgData name="Leiter, Tristan Kilian" userId="aff616bd-4ba4-4d5a-a6ae-24fbc901fafd" providerId="ADAL" clId="{D292643D-2054-4A69-9325-26675E8D7072}" dt="2025-11-21T20:27:46.957" v="26818" actId="1036"/>
          <ac:cxnSpMkLst>
            <pc:docMk/>
            <pc:sldMk cId="2344531420" sldId="3588"/>
            <ac:cxnSpMk id="6" creationId="{4AB7D454-F168-6C51-EAAA-C25CEAF94D2C}"/>
          </ac:cxnSpMkLst>
        </pc:cxnChg>
        <pc:cxnChg chg="add mod">
          <ac:chgData name="Leiter, Tristan Kilian" userId="aff616bd-4ba4-4d5a-a6ae-24fbc901fafd" providerId="ADAL" clId="{D292643D-2054-4A69-9325-26675E8D7072}" dt="2025-11-21T20:27:46.957" v="26818" actId="1036"/>
          <ac:cxnSpMkLst>
            <pc:docMk/>
            <pc:sldMk cId="2344531420" sldId="3588"/>
            <ac:cxnSpMk id="7" creationId="{82333856-C839-8422-326B-573ECF1A1B4C}"/>
          </ac:cxnSpMkLst>
        </pc:cxnChg>
        <pc:cxnChg chg="add mod">
          <ac:chgData name="Leiter, Tristan Kilian" userId="aff616bd-4ba4-4d5a-a6ae-24fbc901fafd" providerId="ADAL" clId="{D292643D-2054-4A69-9325-26675E8D7072}" dt="2025-11-24T16:21:34.294" v="45003" actId="1038"/>
          <ac:cxnSpMkLst>
            <pc:docMk/>
            <pc:sldMk cId="2344531420" sldId="3588"/>
            <ac:cxnSpMk id="13" creationId="{4592EB61-59D0-7991-9502-526343202FD5}"/>
          </ac:cxnSpMkLst>
        </pc:cxnChg>
      </pc:sldChg>
      <pc:sldChg chg="addSp delSp modSp new mod ord modClrScheme chgLayout">
        <pc:chgData name="Leiter, Tristan Kilian" userId="aff616bd-4ba4-4d5a-a6ae-24fbc901fafd" providerId="ADAL" clId="{D292643D-2054-4A69-9325-26675E8D7072}" dt="2025-11-23T15:55:03.277" v="43227" actId="108"/>
        <pc:sldMkLst>
          <pc:docMk/>
          <pc:sldMk cId="632692011" sldId="3589"/>
        </pc:sldMkLst>
        <pc:spChg chg="mod ord">
          <ac:chgData name="Leiter, Tristan Kilian" userId="aff616bd-4ba4-4d5a-a6ae-24fbc901fafd" providerId="ADAL" clId="{D292643D-2054-4A69-9325-26675E8D7072}" dt="2025-11-22T08:58:41.280" v="31376" actId="20577"/>
          <ac:spMkLst>
            <pc:docMk/>
            <pc:sldMk cId="632692011" sldId="3589"/>
            <ac:spMk id="2" creationId="{71DA692E-E794-B990-077E-98D0A47CEAD2}"/>
          </ac:spMkLst>
        </pc:spChg>
        <pc:spChg chg="mod ord">
          <ac:chgData name="Leiter, Tristan Kilian" userId="aff616bd-4ba4-4d5a-a6ae-24fbc901fafd" providerId="ADAL" clId="{D292643D-2054-4A69-9325-26675E8D7072}" dt="2025-11-22T08:58:55.655" v="31440" actId="20577"/>
          <ac:spMkLst>
            <pc:docMk/>
            <pc:sldMk cId="632692011" sldId="3589"/>
            <ac:spMk id="3" creationId="{531DD2F2-7244-0755-0F4B-D9D5FA4B4A28}"/>
          </ac:spMkLst>
        </pc:spChg>
        <pc:spChg chg="add mod">
          <ac:chgData name="Leiter, Tristan Kilian" userId="aff616bd-4ba4-4d5a-a6ae-24fbc901fafd" providerId="ADAL" clId="{D292643D-2054-4A69-9325-26675E8D7072}" dt="2025-11-22T08:57:41.537" v="31282" actId="1035"/>
          <ac:spMkLst>
            <pc:docMk/>
            <pc:sldMk cId="632692011" sldId="3589"/>
            <ac:spMk id="5" creationId="{E78F9A4F-89C4-216F-8895-A08AA4F66C21}"/>
          </ac:spMkLst>
        </pc:spChg>
        <pc:spChg chg="add mod">
          <ac:chgData name="Leiter, Tristan Kilian" userId="aff616bd-4ba4-4d5a-a6ae-24fbc901fafd" providerId="ADAL" clId="{D292643D-2054-4A69-9325-26675E8D7072}" dt="2025-11-22T08:57:34.401" v="31271"/>
          <ac:spMkLst>
            <pc:docMk/>
            <pc:sldMk cId="632692011" sldId="3589"/>
            <ac:spMk id="11" creationId="{FA7FA319-884B-3EDD-59B6-CD7AE7CA0F36}"/>
          </ac:spMkLst>
        </pc:spChg>
        <pc:spChg chg="add mod">
          <ac:chgData name="Leiter, Tristan Kilian" userId="aff616bd-4ba4-4d5a-a6ae-24fbc901fafd" providerId="ADAL" clId="{D292643D-2054-4A69-9325-26675E8D7072}" dt="2025-11-23T15:55:03.277" v="43227" actId="108"/>
          <ac:spMkLst>
            <pc:docMk/>
            <pc:sldMk cId="632692011" sldId="3589"/>
            <ac:spMk id="12" creationId="{1E5FF988-809C-5973-A3F6-64F090F2577F}"/>
          </ac:spMkLst>
        </pc:spChg>
        <pc:picChg chg="add mod">
          <ac:chgData name="Leiter, Tristan Kilian" userId="aff616bd-4ba4-4d5a-a6ae-24fbc901fafd" providerId="ADAL" clId="{D292643D-2054-4A69-9325-26675E8D7072}" dt="2025-11-22T08:57:48.975" v="31284" actId="1076"/>
          <ac:picMkLst>
            <pc:docMk/>
            <pc:sldMk cId="632692011" sldId="3589"/>
            <ac:picMk id="4" creationId="{6CAC52D9-4C49-15D9-C9FD-41A2EDF4CE9A}"/>
          </ac:picMkLst>
        </pc:picChg>
      </pc:sldChg>
      <pc:sldChg chg="addSp delSp modSp new del mod ord modShow">
        <pc:chgData name="Leiter, Tristan Kilian" userId="aff616bd-4ba4-4d5a-a6ae-24fbc901fafd" providerId="ADAL" clId="{D292643D-2054-4A69-9325-26675E8D7072}" dt="2025-11-23T16:18:16.224" v="43557" actId="47"/>
        <pc:sldMkLst>
          <pc:docMk/>
          <pc:sldMk cId="2665028802" sldId="3590"/>
        </pc:sldMkLst>
      </pc:sldChg>
      <pc:sldChg chg="addSp delSp modSp new mod">
        <pc:chgData name="Leiter, Tristan Kilian" userId="aff616bd-4ba4-4d5a-a6ae-24fbc901fafd" providerId="ADAL" clId="{D292643D-2054-4A69-9325-26675E8D7072}" dt="2025-11-23T16:13:08.732" v="43544" actId="20577"/>
        <pc:sldMkLst>
          <pc:docMk/>
          <pc:sldMk cId="3486494653" sldId="3592"/>
        </pc:sldMkLst>
        <pc:spChg chg="mod">
          <ac:chgData name="Leiter, Tristan Kilian" userId="aff616bd-4ba4-4d5a-a6ae-24fbc901fafd" providerId="ADAL" clId="{D292643D-2054-4A69-9325-26675E8D7072}" dt="2025-11-23T12:20:02.087" v="40722" actId="20577"/>
          <ac:spMkLst>
            <pc:docMk/>
            <pc:sldMk cId="3486494653" sldId="3592"/>
            <ac:spMk id="2" creationId="{94742446-117C-4CC6-0CBF-82E8C7D6F2FE}"/>
          </ac:spMkLst>
        </pc:spChg>
        <pc:spChg chg="mod">
          <ac:chgData name="Leiter, Tristan Kilian" userId="aff616bd-4ba4-4d5a-a6ae-24fbc901fafd" providerId="ADAL" clId="{D292643D-2054-4A69-9325-26675E8D7072}" dt="2025-11-23T11:21:02.529" v="34222" actId="20577"/>
          <ac:spMkLst>
            <pc:docMk/>
            <pc:sldMk cId="3486494653" sldId="3592"/>
            <ac:spMk id="3" creationId="{0FE7171C-7AAF-4FDB-8458-DD72C8B792D1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5" creationId="{B865F1F7-F432-E020-7910-FDFD1AD5CD9F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6" creationId="{EC851B71-F82A-C5EB-A74F-6CD22679F3D5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12" creationId="{B8066650-E41B-C813-CC6E-D9CEE5AB5F68}"/>
          </ac:spMkLst>
        </pc:spChg>
        <pc:spChg chg="add mod">
          <ac:chgData name="Leiter, Tristan Kilian" userId="aff616bd-4ba4-4d5a-a6ae-24fbc901fafd" providerId="ADAL" clId="{D292643D-2054-4A69-9325-26675E8D7072}" dt="2025-11-23T15:43:11.347" v="43101" actId="20577"/>
          <ac:spMkLst>
            <pc:docMk/>
            <pc:sldMk cId="3486494653" sldId="3592"/>
            <ac:spMk id="13" creationId="{98DE235E-B5BE-6CDB-3DCC-C0E4856F6398}"/>
          </ac:spMkLst>
        </pc:spChg>
        <pc:spChg chg="add mod">
          <ac:chgData name="Leiter, Tristan Kilian" userId="aff616bd-4ba4-4d5a-a6ae-24fbc901fafd" providerId="ADAL" clId="{D292643D-2054-4A69-9325-26675E8D7072}" dt="2025-11-23T16:13:08.732" v="43544" actId="20577"/>
          <ac:spMkLst>
            <pc:docMk/>
            <pc:sldMk cId="3486494653" sldId="3592"/>
            <ac:spMk id="16" creationId="{538EC914-9241-7FDE-F516-0974533FAAC4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17" creationId="{41CA944C-40E6-3935-E517-241980B869F3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18" creationId="{D20C1725-2335-B671-7D7C-28A21617A54A}"/>
          </ac:spMkLst>
        </pc:spChg>
        <pc:spChg chg="add mod">
          <ac:chgData name="Leiter, Tristan Kilian" userId="aff616bd-4ba4-4d5a-a6ae-24fbc901fafd" providerId="ADAL" clId="{D292643D-2054-4A69-9325-26675E8D7072}" dt="2025-11-23T11:54:02.228" v="38039" actId="164"/>
          <ac:spMkLst>
            <pc:docMk/>
            <pc:sldMk cId="3486494653" sldId="3592"/>
            <ac:spMk id="19" creationId="{6F6A8C71-3C62-847E-E64E-DD36988D98E2}"/>
          </ac:spMkLst>
        </pc:spChg>
        <pc:grpChg chg="add mod">
          <ac:chgData name="Leiter, Tristan Kilian" userId="aff616bd-4ba4-4d5a-a6ae-24fbc901fafd" providerId="ADAL" clId="{D292643D-2054-4A69-9325-26675E8D7072}" dt="2025-11-23T11:54:05.496" v="38062" actId="1035"/>
          <ac:grpSpMkLst>
            <pc:docMk/>
            <pc:sldMk cId="3486494653" sldId="3592"/>
            <ac:grpSpMk id="20" creationId="{55EC93EC-9022-31E1-6E22-5F7213ACCD9E}"/>
          </ac:grpSpMkLst>
        </pc:grpChg>
        <pc:cxnChg chg="add mod">
          <ac:chgData name="Leiter, Tristan Kilian" userId="aff616bd-4ba4-4d5a-a6ae-24fbc901fafd" providerId="ADAL" clId="{D292643D-2054-4A69-9325-26675E8D7072}" dt="2025-11-23T11:29:17.885" v="34262" actId="14100"/>
          <ac:cxnSpMkLst>
            <pc:docMk/>
            <pc:sldMk cId="3486494653" sldId="3592"/>
            <ac:cxnSpMk id="7" creationId="{C21CC0F7-4625-1920-4330-1E79E9F8493E}"/>
          </ac:cxnSpMkLst>
        </pc:cxnChg>
        <pc:cxnChg chg="add mod">
          <ac:chgData name="Leiter, Tristan Kilian" userId="aff616bd-4ba4-4d5a-a6ae-24fbc901fafd" providerId="ADAL" clId="{D292643D-2054-4A69-9325-26675E8D7072}" dt="2025-11-23T11:54:02.228" v="38039" actId="164"/>
          <ac:cxnSpMkLst>
            <pc:docMk/>
            <pc:sldMk cId="3486494653" sldId="3592"/>
            <ac:cxnSpMk id="9" creationId="{1FB4CE67-9829-FBE6-E050-719E5CBD011B}"/>
          </ac:cxnSpMkLst>
        </pc:cxnChg>
        <pc:cxnChg chg="add mod">
          <ac:chgData name="Leiter, Tristan Kilian" userId="aff616bd-4ba4-4d5a-a6ae-24fbc901fafd" providerId="ADAL" clId="{D292643D-2054-4A69-9325-26675E8D7072}" dt="2025-11-23T11:29:37.179" v="34393" actId="1037"/>
          <ac:cxnSpMkLst>
            <pc:docMk/>
            <pc:sldMk cId="3486494653" sldId="3592"/>
            <ac:cxnSpMk id="10" creationId="{D717AE96-D842-62CC-E8C7-863BE14E2DB7}"/>
          </ac:cxnSpMkLst>
        </pc:cxnChg>
        <pc:cxnChg chg="add mod">
          <ac:chgData name="Leiter, Tristan Kilian" userId="aff616bd-4ba4-4d5a-a6ae-24fbc901fafd" providerId="ADAL" clId="{D292643D-2054-4A69-9325-26675E8D7072}" dt="2025-11-23T11:29:37.179" v="34393" actId="1037"/>
          <ac:cxnSpMkLst>
            <pc:docMk/>
            <pc:sldMk cId="3486494653" sldId="3592"/>
            <ac:cxnSpMk id="11" creationId="{1F0C3894-7C34-C54C-228A-266A43649AD6}"/>
          </ac:cxnSpMkLst>
        </pc:cxnChg>
      </pc:sldChg>
      <pc:sldChg chg="addSp delSp modSp new mod modNotesTx">
        <pc:chgData name="Leiter, Tristan Kilian" userId="aff616bd-4ba4-4d5a-a6ae-24fbc901fafd" providerId="ADAL" clId="{D292643D-2054-4A69-9325-26675E8D7072}" dt="2025-11-23T12:22:11.491" v="40934" actId="20577"/>
        <pc:sldMkLst>
          <pc:docMk/>
          <pc:sldMk cId="2791655417" sldId="3593"/>
        </pc:sldMkLst>
        <pc:spChg chg="mod">
          <ac:chgData name="Leiter, Tristan Kilian" userId="aff616bd-4ba4-4d5a-a6ae-24fbc901fafd" providerId="ADAL" clId="{D292643D-2054-4A69-9325-26675E8D7072}" dt="2025-11-23T11:57:03.310" v="38168" actId="20577"/>
          <ac:spMkLst>
            <pc:docMk/>
            <pc:sldMk cId="2791655417" sldId="3593"/>
            <ac:spMk id="2" creationId="{32DA610F-C045-99C3-AE5C-E64221B08881}"/>
          </ac:spMkLst>
        </pc:spChg>
        <pc:spChg chg="mod">
          <ac:chgData name="Leiter, Tristan Kilian" userId="aff616bd-4ba4-4d5a-a6ae-24fbc901fafd" providerId="ADAL" clId="{D292643D-2054-4A69-9325-26675E8D7072}" dt="2025-11-23T11:56:36.135" v="38077" actId="20577"/>
          <ac:spMkLst>
            <pc:docMk/>
            <pc:sldMk cId="2791655417" sldId="3593"/>
            <ac:spMk id="3" creationId="{14D0238B-1B19-066F-98E5-0F5CA6136DD1}"/>
          </ac:spMkLst>
        </pc:spChg>
        <pc:spChg chg="add mod">
          <ac:chgData name="Leiter, Tristan Kilian" userId="aff616bd-4ba4-4d5a-a6ae-24fbc901fafd" providerId="ADAL" clId="{D292643D-2054-4A69-9325-26675E8D7072}" dt="2025-11-23T12:09:58.102" v="40562" actId="14100"/>
          <ac:spMkLst>
            <pc:docMk/>
            <pc:sldMk cId="2791655417" sldId="3593"/>
            <ac:spMk id="4" creationId="{F37BE085-0176-59F3-71BC-020AC050FC9F}"/>
          </ac:spMkLst>
        </pc:spChg>
        <pc:spChg chg="add mod">
          <ac:chgData name="Leiter, Tristan Kilian" userId="aff616bd-4ba4-4d5a-a6ae-24fbc901fafd" providerId="ADAL" clId="{D292643D-2054-4A69-9325-26675E8D7072}" dt="2025-11-23T12:02:29.403" v="39010" actId="1037"/>
          <ac:spMkLst>
            <pc:docMk/>
            <pc:sldMk cId="2791655417" sldId="3593"/>
            <ac:spMk id="6" creationId="{57C1BA7B-C2C4-CF5D-9398-F33B348940FE}"/>
          </ac:spMkLst>
        </pc:spChg>
        <pc:spChg chg="add mod">
          <ac:chgData name="Leiter, Tristan Kilian" userId="aff616bd-4ba4-4d5a-a6ae-24fbc901fafd" providerId="ADAL" clId="{D292643D-2054-4A69-9325-26675E8D7072}" dt="2025-11-23T12:02:26.192" v="38988" actId="1038"/>
          <ac:spMkLst>
            <pc:docMk/>
            <pc:sldMk cId="2791655417" sldId="3593"/>
            <ac:spMk id="7" creationId="{1D7A97DF-7DD6-8549-703A-8565759990ED}"/>
          </ac:spMkLst>
        </pc:spChg>
        <pc:spChg chg="add mod">
          <ac:chgData name="Leiter, Tristan Kilian" userId="aff616bd-4ba4-4d5a-a6ae-24fbc901fafd" providerId="ADAL" clId="{D292643D-2054-4A69-9325-26675E8D7072}" dt="2025-11-23T12:02:22.934" v="38966" actId="1038"/>
          <ac:spMkLst>
            <pc:docMk/>
            <pc:sldMk cId="2791655417" sldId="3593"/>
            <ac:spMk id="8" creationId="{9E26F90A-195B-FB9E-AB3E-F0D68A666197}"/>
          </ac:spMkLst>
        </pc:spChg>
        <pc:spChg chg="add mod">
          <ac:chgData name="Leiter, Tristan Kilian" userId="aff616bd-4ba4-4d5a-a6ae-24fbc901fafd" providerId="ADAL" clId="{D292643D-2054-4A69-9325-26675E8D7072}" dt="2025-11-23T12:02:20.957" v="38957" actId="1038"/>
          <ac:spMkLst>
            <pc:docMk/>
            <pc:sldMk cId="2791655417" sldId="3593"/>
            <ac:spMk id="9" creationId="{053056A9-7E6D-B3ED-8EC2-4A8D94AB0328}"/>
          </ac:spMkLst>
        </pc:spChg>
        <pc:spChg chg="add mod">
          <ac:chgData name="Leiter, Tristan Kilian" userId="aff616bd-4ba4-4d5a-a6ae-24fbc901fafd" providerId="ADAL" clId="{D292643D-2054-4A69-9325-26675E8D7072}" dt="2025-11-23T12:02:18.737" v="38945" actId="1037"/>
          <ac:spMkLst>
            <pc:docMk/>
            <pc:sldMk cId="2791655417" sldId="3593"/>
            <ac:spMk id="10" creationId="{51DBBCDE-0628-B367-8B86-3DA4DF5FAD40}"/>
          </ac:spMkLst>
        </pc:spChg>
        <pc:spChg chg="add mod">
          <ac:chgData name="Leiter, Tristan Kilian" userId="aff616bd-4ba4-4d5a-a6ae-24fbc901fafd" providerId="ADAL" clId="{D292643D-2054-4A69-9325-26675E8D7072}" dt="2025-11-23T12:21:38.476" v="40815" actId="20577"/>
          <ac:spMkLst>
            <pc:docMk/>
            <pc:sldMk cId="2791655417" sldId="3593"/>
            <ac:spMk id="11" creationId="{B2730EE2-702D-8590-C2C0-E3F033318AF5}"/>
          </ac:spMkLst>
        </pc:spChg>
        <pc:spChg chg="add mod">
          <ac:chgData name="Leiter, Tristan Kilian" userId="aff616bd-4ba4-4d5a-a6ae-24fbc901fafd" providerId="ADAL" clId="{D292643D-2054-4A69-9325-26675E8D7072}" dt="2025-11-23T12:00:02.297" v="38498" actId="14100"/>
          <ac:spMkLst>
            <pc:docMk/>
            <pc:sldMk cId="2791655417" sldId="3593"/>
            <ac:spMk id="12" creationId="{0230EF20-12F2-22DE-E41C-1A25E93F7580}"/>
          </ac:spMkLst>
        </pc:spChg>
        <pc:spChg chg="add mod">
          <ac:chgData name="Leiter, Tristan Kilian" userId="aff616bd-4ba4-4d5a-a6ae-24fbc901fafd" providerId="ADAL" clId="{D292643D-2054-4A69-9325-26675E8D7072}" dt="2025-11-23T12:00:15.714" v="38557" actId="20577"/>
          <ac:spMkLst>
            <pc:docMk/>
            <pc:sldMk cId="2791655417" sldId="3593"/>
            <ac:spMk id="13" creationId="{3CD99B1A-904C-8A28-C9AA-80AAF14069DE}"/>
          </ac:spMkLst>
        </pc:spChg>
        <pc:spChg chg="add mod">
          <ac:chgData name="Leiter, Tristan Kilian" userId="aff616bd-4ba4-4d5a-a6ae-24fbc901fafd" providerId="ADAL" clId="{D292643D-2054-4A69-9325-26675E8D7072}" dt="2025-11-23T12:06:22.119" v="40289" actId="164"/>
          <ac:spMkLst>
            <pc:docMk/>
            <pc:sldMk cId="2791655417" sldId="3593"/>
            <ac:spMk id="22" creationId="{BE839AEF-8E7D-3DDC-AB6D-A11AB759D0A6}"/>
          </ac:spMkLst>
        </pc:spChg>
        <pc:spChg chg="add mod">
          <ac:chgData name="Leiter, Tristan Kilian" userId="aff616bd-4ba4-4d5a-a6ae-24fbc901fafd" providerId="ADAL" clId="{D292643D-2054-4A69-9325-26675E8D7072}" dt="2025-11-23T12:06:22.119" v="40289" actId="164"/>
          <ac:spMkLst>
            <pc:docMk/>
            <pc:sldMk cId="2791655417" sldId="3593"/>
            <ac:spMk id="23" creationId="{8D3BC51B-8568-7E51-0591-3B5E0225B8CC}"/>
          </ac:spMkLst>
        </pc:spChg>
        <pc:spChg chg="mod">
          <ac:chgData name="Leiter, Tristan Kilian" userId="aff616bd-4ba4-4d5a-a6ae-24fbc901fafd" providerId="ADAL" clId="{D292643D-2054-4A69-9325-26675E8D7072}" dt="2025-11-23T12:08:21.373" v="40464" actId="207"/>
          <ac:spMkLst>
            <pc:docMk/>
            <pc:sldMk cId="2791655417" sldId="3593"/>
            <ac:spMk id="28" creationId="{AB07EF9F-6ACC-8CA1-6FD5-B27016FC6274}"/>
          </ac:spMkLst>
        </pc:spChg>
        <pc:spChg chg="mod">
          <ac:chgData name="Leiter, Tristan Kilian" userId="aff616bd-4ba4-4d5a-a6ae-24fbc901fafd" providerId="ADAL" clId="{D292643D-2054-4A69-9325-26675E8D7072}" dt="2025-11-23T12:21:30.605" v="40814" actId="20577"/>
          <ac:spMkLst>
            <pc:docMk/>
            <pc:sldMk cId="2791655417" sldId="3593"/>
            <ac:spMk id="29" creationId="{4B91F595-2288-DF34-9C36-84D7A9A9147C}"/>
          </ac:spMkLst>
        </pc:spChg>
        <pc:spChg chg="mod">
          <ac:chgData name="Leiter, Tristan Kilian" userId="aff616bd-4ba4-4d5a-a6ae-24fbc901fafd" providerId="ADAL" clId="{D292643D-2054-4A69-9325-26675E8D7072}" dt="2025-11-23T12:09:39.788" v="40559" actId="207"/>
          <ac:spMkLst>
            <pc:docMk/>
            <pc:sldMk cId="2791655417" sldId="3593"/>
            <ac:spMk id="34" creationId="{75819B88-4111-4EBE-4293-E5632DB5A9F8}"/>
          </ac:spMkLst>
        </pc:spChg>
        <pc:spChg chg="mod">
          <ac:chgData name="Leiter, Tristan Kilian" userId="aff616bd-4ba4-4d5a-a6ae-24fbc901fafd" providerId="ADAL" clId="{D292643D-2054-4A69-9325-26675E8D7072}" dt="2025-11-23T12:09:12.538" v="40492" actId="20577"/>
          <ac:spMkLst>
            <pc:docMk/>
            <pc:sldMk cId="2791655417" sldId="3593"/>
            <ac:spMk id="54" creationId="{425F06DA-F5BA-212A-0961-AC18FB7E5C91}"/>
          </ac:spMkLst>
        </pc:spChg>
        <pc:spChg chg="add mod">
          <ac:chgData name="Leiter, Tristan Kilian" userId="aff616bd-4ba4-4d5a-a6ae-24fbc901fafd" providerId="ADAL" clId="{D292643D-2054-4A69-9325-26675E8D7072}" dt="2025-11-23T12:11:50.066" v="40606" actId="20577"/>
          <ac:spMkLst>
            <pc:docMk/>
            <pc:sldMk cId="2791655417" sldId="3593"/>
            <ac:spMk id="71" creationId="{3306166A-B565-5FAA-5ED3-B49FCA240218}"/>
          </ac:spMkLst>
        </pc:spChg>
        <pc:spChg chg="add mod">
          <ac:chgData name="Leiter, Tristan Kilian" userId="aff616bd-4ba4-4d5a-a6ae-24fbc901fafd" providerId="ADAL" clId="{D292643D-2054-4A69-9325-26675E8D7072}" dt="2025-11-23T12:14:16.524" v="40715" actId="113"/>
          <ac:spMkLst>
            <pc:docMk/>
            <pc:sldMk cId="2791655417" sldId="3593"/>
            <ac:spMk id="72" creationId="{45789ABA-2CE6-A7F8-3199-286AEF7C65E1}"/>
          </ac:spMkLst>
        </pc:spChg>
        <pc:spChg chg="add mod">
          <ac:chgData name="Leiter, Tristan Kilian" userId="aff616bd-4ba4-4d5a-a6ae-24fbc901fafd" providerId="ADAL" clId="{D292643D-2054-4A69-9325-26675E8D7072}" dt="2025-11-23T12:13:09.157" v="40620" actId="1076"/>
          <ac:spMkLst>
            <pc:docMk/>
            <pc:sldMk cId="2791655417" sldId="3593"/>
            <ac:spMk id="73" creationId="{9CD19F2A-F645-CE45-DF67-C9282E399FB9}"/>
          </ac:spMkLst>
        </pc:spChg>
        <pc:spChg chg="add mod">
          <ac:chgData name="Leiter, Tristan Kilian" userId="aff616bd-4ba4-4d5a-a6ae-24fbc901fafd" providerId="ADAL" clId="{D292643D-2054-4A69-9325-26675E8D7072}" dt="2025-11-23T12:13:16.098" v="40622" actId="1076"/>
          <ac:spMkLst>
            <pc:docMk/>
            <pc:sldMk cId="2791655417" sldId="3593"/>
            <ac:spMk id="74" creationId="{1BB1F8B2-7423-D827-3453-D019AF97F17A}"/>
          </ac:spMkLst>
        </pc:spChg>
        <pc:spChg chg="add mod">
          <ac:chgData name="Leiter, Tristan Kilian" userId="aff616bd-4ba4-4d5a-a6ae-24fbc901fafd" providerId="ADAL" clId="{D292643D-2054-4A69-9325-26675E8D7072}" dt="2025-11-23T12:13:28.870" v="40710" actId="1038"/>
          <ac:spMkLst>
            <pc:docMk/>
            <pc:sldMk cId="2791655417" sldId="3593"/>
            <ac:spMk id="75" creationId="{B1871C66-F7C2-5984-1843-00AF04B49B2B}"/>
          </ac:spMkLst>
        </pc:spChg>
        <pc:grpChg chg="add mod">
          <ac:chgData name="Leiter, Tristan Kilian" userId="aff616bd-4ba4-4d5a-a6ae-24fbc901fafd" providerId="ADAL" clId="{D292643D-2054-4A69-9325-26675E8D7072}" dt="2025-11-23T12:06:22.119" v="40289" actId="164"/>
          <ac:grpSpMkLst>
            <pc:docMk/>
            <pc:sldMk cId="2791655417" sldId="3593"/>
            <ac:grpSpMk id="24" creationId="{E1682774-48B1-DDED-BD71-65C61176FA3D}"/>
          </ac:grpSpMkLst>
        </pc:grpChg>
        <pc:grpChg chg="add mod">
          <ac:chgData name="Leiter, Tristan Kilian" userId="aff616bd-4ba4-4d5a-a6ae-24fbc901fafd" providerId="ADAL" clId="{D292643D-2054-4A69-9325-26675E8D7072}" dt="2025-11-23T12:06:36.260" v="40291" actId="1076"/>
          <ac:grpSpMkLst>
            <pc:docMk/>
            <pc:sldMk cId="2791655417" sldId="3593"/>
            <ac:grpSpMk id="26" creationId="{CC9DD47F-AA05-1FD0-277F-2991D9588225}"/>
          </ac:grpSpMkLst>
        </pc:grpChg>
        <pc:grpChg chg="add mod">
          <ac:chgData name="Leiter, Tristan Kilian" userId="aff616bd-4ba4-4d5a-a6ae-24fbc901fafd" providerId="ADAL" clId="{D292643D-2054-4A69-9325-26675E8D7072}" dt="2025-11-23T12:09:02.893" v="40467" actId="1076"/>
          <ac:grpSpMkLst>
            <pc:docMk/>
            <pc:sldMk cId="2791655417" sldId="3593"/>
            <ac:grpSpMk id="32" creationId="{769AA4B2-B9F4-9636-2866-F935B8796C71}"/>
          </ac:grpSpMkLst>
        </pc:grpChg>
        <pc:cxnChg chg="add mod">
          <ac:chgData name="Leiter, Tristan Kilian" userId="aff616bd-4ba4-4d5a-a6ae-24fbc901fafd" providerId="ADAL" clId="{D292643D-2054-4A69-9325-26675E8D7072}" dt="2025-11-23T12:11:03.761" v="40574" actId="14100"/>
          <ac:cxnSpMkLst>
            <pc:docMk/>
            <pc:sldMk cId="2791655417" sldId="3593"/>
            <ac:cxnSpMk id="14" creationId="{FE55943A-37E4-F36A-8B66-6690DAE968A3}"/>
          </ac:cxnSpMkLst>
        </pc:cxnChg>
        <pc:cxnChg chg="add mod">
          <ac:chgData name="Leiter, Tristan Kilian" userId="aff616bd-4ba4-4d5a-a6ae-24fbc901fafd" providerId="ADAL" clId="{D292643D-2054-4A69-9325-26675E8D7072}" dt="2025-11-23T12:11:19.441" v="40579" actId="14100"/>
          <ac:cxnSpMkLst>
            <pc:docMk/>
            <pc:sldMk cId="2791655417" sldId="3593"/>
            <ac:cxnSpMk id="18" creationId="{6DB8E8E6-D918-C38A-F5F2-C6EB3DA66526}"/>
          </ac:cxnSpMkLst>
        </pc:cxnChg>
        <pc:cxnChg chg="add mod">
          <ac:chgData name="Leiter, Tristan Kilian" userId="aff616bd-4ba4-4d5a-a6ae-24fbc901fafd" providerId="ADAL" clId="{D292643D-2054-4A69-9325-26675E8D7072}" dt="2025-11-23T12:11:21.541" v="40580" actId="14100"/>
          <ac:cxnSpMkLst>
            <pc:docMk/>
            <pc:sldMk cId="2791655417" sldId="3593"/>
            <ac:cxnSpMk id="19" creationId="{913CDA70-E263-0A9C-7BB4-21FDFC1E7532}"/>
          </ac:cxnSpMkLst>
        </pc:cxnChg>
        <pc:cxnChg chg="add mod">
          <ac:chgData name="Leiter, Tristan Kilian" userId="aff616bd-4ba4-4d5a-a6ae-24fbc901fafd" providerId="ADAL" clId="{D292643D-2054-4A69-9325-26675E8D7072}" dt="2025-11-23T12:11:26.337" v="40581" actId="14100"/>
          <ac:cxnSpMkLst>
            <pc:docMk/>
            <pc:sldMk cId="2791655417" sldId="3593"/>
            <ac:cxnSpMk id="20" creationId="{0EC42FA4-C9D1-C29A-9322-5563FFA7D191}"/>
          </ac:cxnSpMkLst>
        </pc:cxnChg>
        <pc:cxnChg chg="add mod">
          <ac:chgData name="Leiter, Tristan Kilian" userId="aff616bd-4ba4-4d5a-a6ae-24fbc901fafd" providerId="ADAL" clId="{D292643D-2054-4A69-9325-26675E8D7072}" dt="2025-11-23T12:11:29.403" v="40582" actId="14100"/>
          <ac:cxnSpMkLst>
            <pc:docMk/>
            <pc:sldMk cId="2791655417" sldId="3593"/>
            <ac:cxnSpMk id="21" creationId="{C85EE290-19AA-B666-DBE4-0A4A9D79BA42}"/>
          </ac:cxnSpMkLst>
        </pc:cxnChg>
        <pc:cxnChg chg="add mod">
          <ac:chgData name="Leiter, Tristan Kilian" userId="aff616bd-4ba4-4d5a-a6ae-24fbc901fafd" providerId="ADAL" clId="{D292643D-2054-4A69-9325-26675E8D7072}" dt="2025-11-23T12:10:09.747" v="40564" actId="14100"/>
          <ac:cxnSpMkLst>
            <pc:docMk/>
            <pc:sldMk cId="2791655417" sldId="3593"/>
            <ac:cxnSpMk id="55" creationId="{EE2972EC-BD22-F23A-ADD7-43D8EBDF7472}"/>
          </ac:cxnSpMkLst>
        </pc:cxnChg>
      </pc:sldChg>
      <pc:sldChg chg="addSp delSp modSp add del mod">
        <pc:chgData name="Leiter, Tristan Kilian" userId="aff616bd-4ba4-4d5a-a6ae-24fbc901fafd" providerId="ADAL" clId="{D292643D-2054-4A69-9325-26675E8D7072}" dt="2025-11-23T13:27:54.742" v="42066" actId="47"/>
        <pc:sldMkLst>
          <pc:docMk/>
          <pc:sldMk cId="1326609595" sldId="3594"/>
        </pc:sldMkLst>
      </pc:sldChg>
      <pc:sldChg chg="addSp delSp modSp add mod">
        <pc:chgData name="Leiter, Tristan Kilian" userId="aff616bd-4ba4-4d5a-a6ae-24fbc901fafd" providerId="ADAL" clId="{D292643D-2054-4A69-9325-26675E8D7072}" dt="2025-11-24T16:16:05.334" v="44635" actId="113"/>
        <pc:sldMkLst>
          <pc:docMk/>
          <pc:sldMk cId="1175906465" sldId="3596"/>
        </pc:sldMkLst>
        <pc:spChg chg="add del mod ord">
          <ac:chgData name="Leiter, Tristan Kilian" userId="aff616bd-4ba4-4d5a-a6ae-24fbc901fafd" providerId="ADAL" clId="{D292643D-2054-4A69-9325-26675E8D7072}" dt="2025-11-24T16:15:18.784" v="44515" actId="14100"/>
          <ac:spMkLst>
            <pc:docMk/>
            <pc:sldMk cId="1175906465" sldId="3596"/>
            <ac:spMk id="4" creationId="{B89AF197-E76C-5DB1-37B8-C1A23D0CCDEE}"/>
          </ac:spMkLst>
        </pc:spChg>
        <pc:spChg chg="add mod ord">
          <ac:chgData name="Leiter, Tristan Kilian" userId="aff616bd-4ba4-4d5a-a6ae-24fbc901fafd" providerId="ADAL" clId="{D292643D-2054-4A69-9325-26675E8D7072}" dt="2025-11-24T16:12:36.396" v="44351" actId="164"/>
          <ac:spMkLst>
            <pc:docMk/>
            <pc:sldMk cId="1175906465" sldId="3596"/>
            <ac:spMk id="7" creationId="{9063909D-D723-3DAD-927A-EAF48DD4FF3F}"/>
          </ac:spMkLst>
        </pc:spChg>
        <pc:spChg chg="mod">
          <ac:chgData name="Leiter, Tristan Kilian" userId="aff616bd-4ba4-4d5a-a6ae-24fbc901fafd" providerId="ADAL" clId="{D292643D-2054-4A69-9325-26675E8D7072}" dt="2025-11-24T16:12:50.045" v="44367" actId="1038"/>
          <ac:spMkLst>
            <pc:docMk/>
            <pc:sldMk cId="1175906465" sldId="3596"/>
            <ac:spMk id="10" creationId="{A473BF1E-7740-E2C8-7F65-2A3C10719D65}"/>
          </ac:spMkLst>
        </pc:spChg>
        <pc:spChg chg="add mod">
          <ac:chgData name="Leiter, Tristan Kilian" userId="aff616bd-4ba4-4d5a-a6ae-24fbc901fafd" providerId="ADAL" clId="{D292643D-2054-4A69-9325-26675E8D7072}" dt="2025-11-24T16:16:05.334" v="44635" actId="113"/>
          <ac:spMkLst>
            <pc:docMk/>
            <pc:sldMk cId="1175906465" sldId="3596"/>
            <ac:spMk id="11" creationId="{B7F60B70-72BF-451E-F706-2FCABCE403B5}"/>
          </ac:spMkLst>
        </pc:spChg>
        <pc:spChg chg="mod">
          <ac:chgData name="Leiter, Tristan Kilian" userId="aff616bd-4ba4-4d5a-a6ae-24fbc901fafd" providerId="ADAL" clId="{D292643D-2054-4A69-9325-26675E8D7072}" dt="2025-11-24T16:13:03.366" v="44381" actId="1036"/>
          <ac:spMkLst>
            <pc:docMk/>
            <pc:sldMk cId="1175906465" sldId="3596"/>
            <ac:spMk id="14" creationId="{9F574A15-1A8E-E33B-850E-DCC1471422F9}"/>
          </ac:spMkLst>
        </pc:spChg>
        <pc:spChg chg="mod">
          <ac:chgData name="Leiter, Tristan Kilian" userId="aff616bd-4ba4-4d5a-a6ae-24fbc901fafd" providerId="ADAL" clId="{D292643D-2054-4A69-9325-26675E8D7072}" dt="2025-11-24T16:15:10.764" v="44512"/>
          <ac:spMkLst>
            <pc:docMk/>
            <pc:sldMk cId="1175906465" sldId="3596"/>
            <ac:spMk id="15" creationId="{5DD5FC42-4D88-73A1-9F09-3818AB5E13DE}"/>
          </ac:spMkLst>
        </pc:spChg>
        <pc:spChg chg="mod">
          <ac:chgData name="Leiter, Tristan Kilian" userId="aff616bd-4ba4-4d5a-a6ae-24fbc901fafd" providerId="ADAL" clId="{D292643D-2054-4A69-9325-26675E8D7072}" dt="2025-11-24T16:15:10.764" v="44512"/>
          <ac:spMkLst>
            <pc:docMk/>
            <pc:sldMk cId="1175906465" sldId="3596"/>
            <ac:spMk id="16" creationId="{F3120DAA-165C-2411-08C6-BF196937DCA7}"/>
          </ac:spMkLst>
        </pc:spChg>
        <pc:grpChg chg="add mod">
          <ac:chgData name="Leiter, Tristan Kilian" userId="aff616bd-4ba4-4d5a-a6ae-24fbc901fafd" providerId="ADAL" clId="{D292643D-2054-4A69-9325-26675E8D7072}" dt="2025-11-24T16:13:03.366" v="44381" actId="1036"/>
          <ac:grpSpMkLst>
            <pc:docMk/>
            <pc:sldMk cId="1175906465" sldId="3596"/>
            <ac:grpSpMk id="5" creationId="{6A43289A-0D7D-FAA3-1CF2-8EC9B607FFA7}"/>
          </ac:grpSpMkLst>
        </pc:grpChg>
        <pc:grpChg chg="add mod">
          <ac:chgData name="Leiter, Tristan Kilian" userId="aff616bd-4ba4-4d5a-a6ae-24fbc901fafd" providerId="ADAL" clId="{D292643D-2054-4A69-9325-26675E8D7072}" dt="2025-11-24T16:15:25.842" v="44547" actId="1036"/>
          <ac:grpSpMkLst>
            <pc:docMk/>
            <pc:sldMk cId="1175906465" sldId="3596"/>
            <ac:grpSpMk id="13" creationId="{4B2DB11C-F2D4-F109-C145-CB4908FEB086}"/>
          </ac:grpSpMkLst>
        </pc:grpChg>
        <pc:picChg chg="add mod">
          <ac:chgData name="Leiter, Tristan Kilian" userId="aff616bd-4ba4-4d5a-a6ae-24fbc901fafd" providerId="ADAL" clId="{D292643D-2054-4A69-9325-26675E8D7072}" dt="2025-11-24T16:12:36.396" v="44351" actId="164"/>
          <ac:picMkLst>
            <pc:docMk/>
            <pc:sldMk cId="1175906465" sldId="3596"/>
            <ac:picMk id="6" creationId="{58CBDB7C-9DDE-5687-1A97-7FD1A8816CAF}"/>
          </ac:picMkLst>
        </pc:picChg>
        <pc:cxnChg chg="add mod">
          <ac:chgData name="Leiter, Tristan Kilian" userId="aff616bd-4ba4-4d5a-a6ae-24fbc901fafd" providerId="ADAL" clId="{D292643D-2054-4A69-9325-26675E8D7072}" dt="2025-11-24T16:15:25.842" v="44547" actId="1036"/>
          <ac:cxnSpMkLst>
            <pc:docMk/>
            <pc:sldMk cId="1175906465" sldId="3596"/>
            <ac:cxnSpMk id="9" creationId="{41E301BB-B625-8C04-811A-BEFCF7B5180C}"/>
          </ac:cxnSpMkLst>
        </pc:cxnChg>
      </pc:sldChg>
      <pc:sldChg chg="addSp delSp modSp add del mod">
        <pc:chgData name="Leiter, Tristan Kilian" userId="aff616bd-4ba4-4d5a-a6ae-24fbc901fafd" providerId="ADAL" clId="{D292643D-2054-4A69-9325-26675E8D7072}" dt="2025-11-23T16:18:16.224" v="43557" actId="47"/>
        <pc:sldMkLst>
          <pc:docMk/>
          <pc:sldMk cId="1864391467" sldId="3597"/>
        </pc:sldMkLst>
      </pc:sldChg>
      <pc:sldChg chg="addSp delSp modSp add mod">
        <pc:chgData name="Leiter, Tristan Kilian" userId="aff616bd-4ba4-4d5a-a6ae-24fbc901fafd" providerId="ADAL" clId="{D292643D-2054-4A69-9325-26675E8D7072}" dt="2025-11-23T15:52:17.934" v="43211" actId="20577"/>
        <pc:sldMkLst>
          <pc:docMk/>
          <pc:sldMk cId="4245981175" sldId="3598"/>
        </pc:sldMkLst>
        <pc:spChg chg="mod">
          <ac:chgData name="Leiter, Tristan Kilian" userId="aff616bd-4ba4-4d5a-a6ae-24fbc901fafd" providerId="ADAL" clId="{D292643D-2054-4A69-9325-26675E8D7072}" dt="2025-11-23T15:31:09.536" v="42599"/>
          <ac:spMkLst>
            <pc:docMk/>
            <pc:sldMk cId="4245981175" sldId="3598"/>
            <ac:spMk id="8" creationId="{73AD35C7-B29B-E108-4248-64BBD0A9EFC7}"/>
          </ac:spMkLst>
        </pc:spChg>
        <pc:spChg chg="mod">
          <ac:chgData name="Leiter, Tristan Kilian" userId="aff616bd-4ba4-4d5a-a6ae-24fbc901fafd" providerId="ADAL" clId="{D292643D-2054-4A69-9325-26675E8D7072}" dt="2025-11-23T15:31:09.536" v="42599"/>
          <ac:spMkLst>
            <pc:docMk/>
            <pc:sldMk cId="4245981175" sldId="3598"/>
            <ac:spMk id="9" creationId="{5EDF2CB1-A211-96F7-2231-005AC4AB7CE9}"/>
          </ac:spMkLst>
        </pc:spChg>
        <pc:spChg chg="mod">
          <ac:chgData name="Leiter, Tristan Kilian" userId="aff616bd-4ba4-4d5a-a6ae-24fbc901fafd" providerId="ADAL" clId="{D292643D-2054-4A69-9325-26675E8D7072}" dt="2025-11-23T13:23:04.376" v="41991" actId="20577"/>
          <ac:spMkLst>
            <pc:docMk/>
            <pc:sldMk cId="4245981175" sldId="3598"/>
            <ac:spMk id="17" creationId="{17E25826-817E-A955-A19E-54F102680CE5}"/>
          </ac:spMkLst>
        </pc:spChg>
        <pc:spChg chg="add mod">
          <ac:chgData name="Leiter, Tristan Kilian" userId="aff616bd-4ba4-4d5a-a6ae-24fbc901fafd" providerId="ADAL" clId="{D292643D-2054-4A69-9325-26675E8D7072}" dt="2025-11-23T15:32:51.336" v="42717" actId="20577"/>
          <ac:spMkLst>
            <pc:docMk/>
            <pc:sldMk cId="4245981175" sldId="3598"/>
            <ac:spMk id="19" creationId="{ABE22332-8D8D-0203-D89B-23E5218CFB80}"/>
          </ac:spMkLst>
        </pc:spChg>
        <pc:spChg chg="add mod">
          <ac:chgData name="Leiter, Tristan Kilian" userId="aff616bd-4ba4-4d5a-a6ae-24fbc901fafd" providerId="ADAL" clId="{D292643D-2054-4A69-9325-26675E8D7072}" dt="2025-11-23T15:33:50.919" v="42823" actId="1035"/>
          <ac:spMkLst>
            <pc:docMk/>
            <pc:sldMk cId="4245981175" sldId="3598"/>
            <ac:spMk id="20" creationId="{B3666F8F-28E7-AD5E-C204-D657182A0E12}"/>
          </ac:spMkLst>
        </pc:spChg>
        <pc:grpChg chg="add mod">
          <ac:chgData name="Leiter, Tristan Kilian" userId="aff616bd-4ba4-4d5a-a6ae-24fbc901fafd" providerId="ADAL" clId="{D292643D-2054-4A69-9325-26675E8D7072}" dt="2025-11-23T15:33:50.919" v="42823" actId="1035"/>
          <ac:grpSpMkLst>
            <pc:docMk/>
            <pc:sldMk cId="4245981175" sldId="3598"/>
            <ac:grpSpMk id="7" creationId="{BC8EA78F-92C8-F659-866F-1B3E70F3A0FC}"/>
          </ac:grpSpMkLst>
        </pc:grpChg>
        <pc:graphicFrameChg chg="add mod modGraphic">
          <ac:chgData name="Leiter, Tristan Kilian" userId="aff616bd-4ba4-4d5a-a6ae-24fbc901fafd" providerId="ADAL" clId="{D292643D-2054-4A69-9325-26675E8D7072}" dt="2025-11-23T15:52:17.934" v="43211" actId="20577"/>
          <ac:graphicFrameMkLst>
            <pc:docMk/>
            <pc:sldMk cId="4245981175" sldId="3598"/>
            <ac:graphicFrameMk id="3" creationId="{FC610C41-C75B-B992-89B1-AFDF49698225}"/>
          </ac:graphicFrameMkLst>
        </pc:graphicFrameChg>
        <pc:graphicFrameChg chg="mod modGraphic">
          <ac:chgData name="Leiter, Tristan Kilian" userId="aff616bd-4ba4-4d5a-a6ae-24fbc901fafd" providerId="ADAL" clId="{D292643D-2054-4A69-9325-26675E8D7072}" dt="2025-11-23T15:12:45.974" v="42123" actId="20577"/>
          <ac:graphicFrameMkLst>
            <pc:docMk/>
            <pc:sldMk cId="4245981175" sldId="3598"/>
            <ac:graphicFrameMk id="4" creationId="{A01882D0-FE49-4948-735E-4FDD036B8720}"/>
          </ac:graphicFrameMkLst>
        </pc:graphicFrameChg>
        <pc:cxnChg chg="add mod">
          <ac:chgData name="Leiter, Tristan Kilian" userId="aff616bd-4ba4-4d5a-a6ae-24fbc901fafd" providerId="ADAL" clId="{D292643D-2054-4A69-9325-26675E8D7072}" dt="2025-11-23T15:33:50.919" v="42823" actId="1035"/>
          <ac:cxnSpMkLst>
            <pc:docMk/>
            <pc:sldMk cId="4245981175" sldId="3598"/>
            <ac:cxnSpMk id="5" creationId="{60AABD6F-7917-3AD0-1F67-262AC21D7B41}"/>
          </ac:cxnSpMkLst>
        </pc:cxnChg>
      </pc:sldChg>
      <pc:sldChg chg="addSp delSp modSp add mod">
        <pc:chgData name="Leiter, Tristan Kilian" userId="aff616bd-4ba4-4d5a-a6ae-24fbc901fafd" providerId="ADAL" clId="{D292643D-2054-4A69-9325-26675E8D7072}" dt="2025-11-24T19:22:38.329" v="46656" actId="108"/>
        <pc:sldMkLst>
          <pc:docMk/>
          <pc:sldMk cId="2790039739" sldId="3599"/>
        </pc:sldMkLst>
        <pc:spChg chg="mod">
          <ac:chgData name="Leiter, Tristan Kilian" userId="aff616bd-4ba4-4d5a-a6ae-24fbc901fafd" providerId="ADAL" clId="{D292643D-2054-4A69-9325-26675E8D7072}" dt="2025-11-24T19:22:38.329" v="46656" actId="108"/>
          <ac:spMkLst>
            <pc:docMk/>
            <pc:sldMk cId="2790039739" sldId="3599"/>
            <ac:spMk id="2" creationId="{4D8B80E9-893B-CA7D-C10F-623F3E44221C}"/>
          </ac:spMkLst>
        </pc:spChg>
        <pc:spChg chg="mod">
          <ac:chgData name="Leiter, Tristan Kilian" userId="aff616bd-4ba4-4d5a-a6ae-24fbc901fafd" providerId="ADAL" clId="{D292643D-2054-4A69-9325-26675E8D7072}" dt="2025-11-23T11:42:24.955" v="36217" actId="20577"/>
          <ac:spMkLst>
            <pc:docMk/>
            <pc:sldMk cId="2790039739" sldId="3599"/>
            <ac:spMk id="3" creationId="{919BC225-08F7-EB59-5BDF-94B353C40333}"/>
          </ac:spMkLst>
        </pc:spChg>
        <pc:spChg chg="add mod">
          <ac:chgData name="Leiter, Tristan Kilian" userId="aff616bd-4ba4-4d5a-a6ae-24fbc901fafd" providerId="ADAL" clId="{D292643D-2054-4A69-9325-26675E8D7072}" dt="2025-11-23T11:40:25.053" v="35948" actId="164"/>
          <ac:spMkLst>
            <pc:docMk/>
            <pc:sldMk cId="2790039739" sldId="3599"/>
            <ac:spMk id="5" creationId="{895A5E48-5C0C-8634-2BE0-A4AA7057BF68}"/>
          </ac:spMkLst>
        </pc:spChg>
        <pc:spChg chg="add mod">
          <ac:chgData name="Leiter, Tristan Kilian" userId="aff616bd-4ba4-4d5a-a6ae-24fbc901fafd" providerId="ADAL" clId="{D292643D-2054-4A69-9325-26675E8D7072}" dt="2025-11-23T11:38:51.356" v="35756" actId="1035"/>
          <ac:spMkLst>
            <pc:docMk/>
            <pc:sldMk cId="2790039739" sldId="3599"/>
            <ac:spMk id="10" creationId="{FE482C1A-A270-7521-D839-8DB06ECB02CA}"/>
          </ac:spMkLst>
        </pc:spChg>
        <pc:spChg chg="add mod">
          <ac:chgData name="Leiter, Tristan Kilian" userId="aff616bd-4ba4-4d5a-a6ae-24fbc901fafd" providerId="ADAL" clId="{D292643D-2054-4A69-9325-26675E8D7072}" dt="2025-11-23T19:07:44.623" v="44147" actId="6549"/>
          <ac:spMkLst>
            <pc:docMk/>
            <pc:sldMk cId="2790039739" sldId="3599"/>
            <ac:spMk id="11" creationId="{BCE7B34E-BB62-F2F3-591A-977C0CC030CD}"/>
          </ac:spMkLst>
        </pc:spChg>
        <pc:spChg chg="add mod">
          <ac:chgData name="Leiter, Tristan Kilian" userId="aff616bd-4ba4-4d5a-a6ae-24fbc901fafd" providerId="ADAL" clId="{D292643D-2054-4A69-9325-26675E8D7072}" dt="2025-11-23T11:40:25.053" v="35948" actId="164"/>
          <ac:spMkLst>
            <pc:docMk/>
            <pc:sldMk cId="2790039739" sldId="3599"/>
            <ac:spMk id="12" creationId="{B22A1DAD-4FAE-6F6E-F15B-B6269C2DC592}"/>
          </ac:spMkLst>
        </pc:spChg>
        <pc:spChg chg="add mod">
          <ac:chgData name="Leiter, Tristan Kilian" userId="aff616bd-4ba4-4d5a-a6ae-24fbc901fafd" providerId="ADAL" clId="{D292643D-2054-4A69-9325-26675E8D7072}" dt="2025-11-23T19:07:56.850" v="44155" actId="20577"/>
          <ac:spMkLst>
            <pc:docMk/>
            <pc:sldMk cId="2790039739" sldId="3599"/>
            <ac:spMk id="13" creationId="{1B054053-FBBA-6D58-487E-F1FA428F4AEA}"/>
          </ac:spMkLst>
        </pc:spChg>
        <pc:spChg chg="mod">
          <ac:chgData name="Leiter, Tristan Kilian" userId="aff616bd-4ba4-4d5a-a6ae-24fbc901fafd" providerId="ADAL" clId="{D292643D-2054-4A69-9325-26675E8D7072}" dt="2025-11-23T11:40:28.588" v="35951"/>
          <ac:spMkLst>
            <pc:docMk/>
            <pc:sldMk cId="2790039739" sldId="3599"/>
            <ac:spMk id="16" creationId="{EC5C0F26-83EA-005D-4DBF-901700760CEE}"/>
          </ac:spMkLst>
        </pc:spChg>
        <pc:spChg chg="mod">
          <ac:chgData name="Leiter, Tristan Kilian" userId="aff616bd-4ba4-4d5a-a6ae-24fbc901fafd" providerId="ADAL" clId="{D292643D-2054-4A69-9325-26675E8D7072}" dt="2025-11-23T11:40:45.625" v="35996" actId="20577"/>
          <ac:spMkLst>
            <pc:docMk/>
            <pc:sldMk cId="2790039739" sldId="3599"/>
            <ac:spMk id="18" creationId="{D07DC7EA-4792-83F5-162E-6FC0256172C9}"/>
          </ac:spMkLst>
        </pc:spChg>
        <pc:spChg chg="mod">
          <ac:chgData name="Leiter, Tristan Kilian" userId="aff616bd-4ba4-4d5a-a6ae-24fbc901fafd" providerId="ADAL" clId="{D292643D-2054-4A69-9325-26675E8D7072}" dt="2025-11-23T19:07:54.430" v="44153" actId="20577"/>
          <ac:spMkLst>
            <pc:docMk/>
            <pc:sldMk cId="2790039739" sldId="3599"/>
            <ac:spMk id="19" creationId="{32513CCD-1BCF-F826-5D7A-8DEF26A23D8E}"/>
          </ac:spMkLst>
        </pc:spChg>
        <pc:spChg chg="add mod">
          <ac:chgData name="Leiter, Tristan Kilian" userId="aff616bd-4ba4-4d5a-a6ae-24fbc901fafd" providerId="ADAL" clId="{D292643D-2054-4A69-9325-26675E8D7072}" dt="2025-11-23T11:41:34.791" v="36160" actId="207"/>
          <ac:spMkLst>
            <pc:docMk/>
            <pc:sldMk cId="2790039739" sldId="3599"/>
            <ac:spMk id="20" creationId="{198FF9CF-002D-C9BA-0883-D57584635BE2}"/>
          </ac:spMkLst>
        </pc:spChg>
        <pc:spChg chg="add mod">
          <ac:chgData name="Leiter, Tristan Kilian" userId="aff616bd-4ba4-4d5a-a6ae-24fbc901fafd" providerId="ADAL" clId="{D292643D-2054-4A69-9325-26675E8D7072}" dt="2025-11-23T11:41:37.030" v="36161" actId="207"/>
          <ac:spMkLst>
            <pc:docMk/>
            <pc:sldMk cId="2790039739" sldId="3599"/>
            <ac:spMk id="21" creationId="{4503447F-23CE-3DD5-631B-02ED1B0AAA9F}"/>
          </ac:spMkLst>
        </pc:spChg>
        <pc:spChg chg="mod">
          <ac:chgData name="Leiter, Tristan Kilian" userId="aff616bd-4ba4-4d5a-a6ae-24fbc901fafd" providerId="ADAL" clId="{D292643D-2054-4A69-9325-26675E8D7072}" dt="2025-11-23T11:42:47.228" v="36224"/>
          <ac:spMkLst>
            <pc:docMk/>
            <pc:sldMk cId="2790039739" sldId="3599"/>
            <ac:spMk id="24" creationId="{A87D40D9-95CA-99FF-8D5A-2DD3E66E34BD}"/>
          </ac:spMkLst>
        </pc:spChg>
        <pc:spChg chg="mod">
          <ac:chgData name="Leiter, Tristan Kilian" userId="aff616bd-4ba4-4d5a-a6ae-24fbc901fafd" providerId="ADAL" clId="{D292643D-2054-4A69-9325-26675E8D7072}" dt="2025-11-23T11:42:47.228" v="36224"/>
          <ac:spMkLst>
            <pc:docMk/>
            <pc:sldMk cId="2790039739" sldId="3599"/>
            <ac:spMk id="25" creationId="{C57F19E2-2E53-A17C-35D4-A1FC51057A1F}"/>
          </ac:spMkLst>
        </pc:spChg>
        <pc:spChg chg="add mod">
          <ac:chgData name="Leiter, Tristan Kilian" userId="aff616bd-4ba4-4d5a-a6ae-24fbc901fafd" providerId="ADAL" clId="{D292643D-2054-4A69-9325-26675E8D7072}" dt="2025-11-23T16:14:30.971" v="43556" actId="20577"/>
          <ac:spMkLst>
            <pc:docMk/>
            <pc:sldMk cId="2790039739" sldId="3599"/>
            <ac:spMk id="26" creationId="{032EC2CB-C408-1F58-1001-0DB8B9EC7DC4}"/>
          </ac:spMkLst>
        </pc:spChg>
        <pc:grpChg chg="add mod">
          <ac:chgData name="Leiter, Tristan Kilian" userId="aff616bd-4ba4-4d5a-a6ae-24fbc901fafd" providerId="ADAL" clId="{D292643D-2054-4A69-9325-26675E8D7072}" dt="2025-11-23T11:40:37.795" v="35989" actId="1035"/>
          <ac:grpSpMkLst>
            <pc:docMk/>
            <pc:sldMk cId="2790039739" sldId="3599"/>
            <ac:grpSpMk id="14" creationId="{0CCFE141-9813-184A-584E-F59962CEFEA3}"/>
          </ac:grpSpMkLst>
        </pc:grpChg>
        <pc:grpChg chg="add mod">
          <ac:chgData name="Leiter, Tristan Kilian" userId="aff616bd-4ba4-4d5a-a6ae-24fbc901fafd" providerId="ADAL" clId="{D292643D-2054-4A69-9325-26675E8D7072}" dt="2025-11-23T11:40:37.795" v="35989" actId="1035"/>
          <ac:grpSpMkLst>
            <pc:docMk/>
            <pc:sldMk cId="2790039739" sldId="3599"/>
            <ac:grpSpMk id="15" creationId="{8A8C1BF9-7278-12D7-EF74-CFDFBD3CE2FC}"/>
          </ac:grpSpMkLst>
        </pc:grpChg>
        <pc:grpChg chg="add mod">
          <ac:chgData name="Leiter, Tristan Kilian" userId="aff616bd-4ba4-4d5a-a6ae-24fbc901fafd" providerId="ADAL" clId="{D292643D-2054-4A69-9325-26675E8D7072}" dt="2025-11-23T11:44:40.518" v="36481" actId="1036"/>
          <ac:grpSpMkLst>
            <pc:docMk/>
            <pc:sldMk cId="2790039739" sldId="3599"/>
            <ac:grpSpMk id="23" creationId="{97089EF1-328E-4E1A-142C-C63F39DF940D}"/>
          </ac:grpSpMkLst>
        </pc:grpChg>
        <pc:cxnChg chg="add mod">
          <ac:chgData name="Leiter, Tristan Kilian" userId="aff616bd-4ba4-4d5a-a6ae-24fbc901fafd" providerId="ADAL" clId="{D292643D-2054-4A69-9325-26675E8D7072}" dt="2025-11-23T11:40:25.053" v="35948" actId="164"/>
          <ac:cxnSpMkLst>
            <pc:docMk/>
            <pc:sldMk cId="2790039739" sldId="3599"/>
            <ac:cxnSpMk id="6" creationId="{34607BB6-098D-53BF-A6EA-008EC9324E7D}"/>
          </ac:cxnSpMkLst>
        </pc:cxnChg>
        <pc:cxnChg chg="mod">
          <ac:chgData name="Leiter, Tristan Kilian" userId="aff616bd-4ba4-4d5a-a6ae-24fbc901fafd" providerId="ADAL" clId="{D292643D-2054-4A69-9325-26675E8D7072}" dt="2025-11-23T11:40:28.588" v="35951"/>
          <ac:cxnSpMkLst>
            <pc:docMk/>
            <pc:sldMk cId="2790039739" sldId="3599"/>
            <ac:cxnSpMk id="17" creationId="{8A34BA86-D1E3-8926-E655-415674F6FBFC}"/>
          </ac:cxnSpMkLst>
        </pc:cxnChg>
        <pc:cxnChg chg="add mod">
          <ac:chgData name="Leiter, Tristan Kilian" userId="aff616bd-4ba4-4d5a-a6ae-24fbc901fafd" providerId="ADAL" clId="{D292643D-2054-4A69-9325-26675E8D7072}" dt="2025-11-23T11:44:40.518" v="36481" actId="1036"/>
          <ac:cxnSpMkLst>
            <pc:docMk/>
            <pc:sldMk cId="2790039739" sldId="3599"/>
            <ac:cxnSpMk id="22" creationId="{5A2059F8-C559-935A-4230-8A7DB99A404E}"/>
          </ac:cxnSpMkLst>
        </pc:cxnChg>
      </pc:sldChg>
      <pc:sldChg chg="addSp modSp add mod">
        <pc:chgData name="Leiter, Tristan Kilian" userId="aff616bd-4ba4-4d5a-a6ae-24fbc901fafd" providerId="ADAL" clId="{D292643D-2054-4A69-9325-26675E8D7072}" dt="2025-11-23T16:19:05.947" v="43561"/>
        <pc:sldMkLst>
          <pc:docMk/>
          <pc:sldMk cId="5438572" sldId="3600"/>
        </pc:sldMkLst>
        <pc:spChg chg="mod">
          <ac:chgData name="Leiter, Tristan Kilian" userId="aff616bd-4ba4-4d5a-a6ae-24fbc901fafd" providerId="ADAL" clId="{D292643D-2054-4A69-9325-26675E8D7072}" dt="2025-11-23T12:20:39.738" v="40806" actId="20577"/>
          <ac:spMkLst>
            <pc:docMk/>
            <pc:sldMk cId="5438572" sldId="3600"/>
            <ac:spMk id="2" creationId="{CADF7EF8-8E67-6D07-BC46-7C80EA1E36FB}"/>
          </ac:spMkLst>
        </pc:spChg>
        <pc:spChg chg="mod">
          <ac:chgData name="Leiter, Tristan Kilian" userId="aff616bd-4ba4-4d5a-a6ae-24fbc901fafd" providerId="ADAL" clId="{D292643D-2054-4A69-9325-26675E8D7072}" dt="2025-11-23T11:42:30.569" v="36223" actId="20577"/>
          <ac:spMkLst>
            <pc:docMk/>
            <pc:sldMk cId="5438572" sldId="3600"/>
            <ac:spMk id="3" creationId="{B3D6F53A-B866-23B7-3CDC-D1F6169CC151}"/>
          </ac:spMkLst>
        </pc:spChg>
        <pc:spChg chg="add mod">
          <ac:chgData name="Leiter, Tristan Kilian" userId="aff616bd-4ba4-4d5a-a6ae-24fbc901fafd" providerId="ADAL" clId="{D292643D-2054-4A69-9325-26675E8D7072}" dt="2025-11-23T11:46:36.472" v="36739" actId="20577"/>
          <ac:spMkLst>
            <pc:docMk/>
            <pc:sldMk cId="5438572" sldId="3600"/>
            <ac:spMk id="6" creationId="{8C66BBF4-F74C-9524-EC87-808C161D370A}"/>
          </ac:spMkLst>
        </pc:spChg>
        <pc:spChg chg="add mod">
          <ac:chgData name="Leiter, Tristan Kilian" userId="aff616bd-4ba4-4d5a-a6ae-24fbc901fafd" providerId="ADAL" clId="{D292643D-2054-4A69-9325-26675E8D7072}" dt="2025-11-23T15:43:27.111" v="43103" actId="20577"/>
          <ac:spMkLst>
            <pc:docMk/>
            <pc:sldMk cId="5438572" sldId="3600"/>
            <ac:spMk id="7" creationId="{5BC8FA8F-6EF6-CDF7-1C0C-5742C47E134D}"/>
          </ac:spMkLst>
        </pc:spChg>
        <pc:spChg chg="mod">
          <ac:chgData name="Leiter, Tristan Kilian" userId="aff616bd-4ba4-4d5a-a6ae-24fbc901fafd" providerId="ADAL" clId="{D292643D-2054-4A69-9325-26675E8D7072}" dt="2025-11-23T11:45:18.538" v="36484"/>
          <ac:spMkLst>
            <pc:docMk/>
            <pc:sldMk cId="5438572" sldId="3600"/>
            <ac:spMk id="9" creationId="{00831A68-F79A-13EF-BEB6-7C9093E0CD97}"/>
          </ac:spMkLst>
        </pc:spChg>
        <pc:spChg chg="mod">
          <ac:chgData name="Leiter, Tristan Kilian" userId="aff616bd-4ba4-4d5a-a6ae-24fbc901fafd" providerId="ADAL" clId="{D292643D-2054-4A69-9325-26675E8D7072}" dt="2025-11-23T11:45:52.270" v="36593" actId="20577"/>
          <ac:spMkLst>
            <pc:docMk/>
            <pc:sldMk cId="5438572" sldId="3600"/>
            <ac:spMk id="11" creationId="{2EEC62EA-C6A8-4071-60F2-9EA653F6D03A}"/>
          </ac:spMkLst>
        </pc:spChg>
        <pc:spChg chg="mod">
          <ac:chgData name="Leiter, Tristan Kilian" userId="aff616bd-4ba4-4d5a-a6ae-24fbc901fafd" providerId="ADAL" clId="{D292643D-2054-4A69-9325-26675E8D7072}" dt="2025-11-23T11:46:22.905" v="36717" actId="113"/>
          <ac:spMkLst>
            <pc:docMk/>
            <pc:sldMk cId="5438572" sldId="3600"/>
            <ac:spMk id="12" creationId="{E75C2F56-B477-71F4-DDC1-B6276FCCDD9C}"/>
          </ac:spMkLst>
        </pc:spChg>
        <pc:spChg chg="add mod">
          <ac:chgData name="Leiter, Tristan Kilian" userId="aff616bd-4ba4-4d5a-a6ae-24fbc901fafd" providerId="ADAL" clId="{D292643D-2054-4A69-9325-26675E8D7072}" dt="2025-11-23T12:20:13.290" v="40729" actId="20577"/>
          <ac:spMkLst>
            <pc:docMk/>
            <pc:sldMk cId="5438572" sldId="3600"/>
            <ac:spMk id="17" creationId="{0FB8AE8A-AEDD-97D7-7AD1-DD611AE523CF}"/>
          </ac:spMkLst>
        </pc:spChg>
        <pc:grpChg chg="add mod">
          <ac:chgData name="Leiter, Tristan Kilian" userId="aff616bd-4ba4-4d5a-a6ae-24fbc901fafd" providerId="ADAL" clId="{D292643D-2054-4A69-9325-26675E8D7072}" dt="2025-11-23T11:48:30.091" v="37080" actId="164"/>
          <ac:grpSpMkLst>
            <pc:docMk/>
            <pc:sldMk cId="5438572" sldId="3600"/>
            <ac:grpSpMk id="8" creationId="{D620F7CB-489C-7F30-04A1-AE29275DE8A3}"/>
          </ac:grpSpMkLst>
        </pc:grpChg>
        <pc:grpChg chg="add mod">
          <ac:chgData name="Leiter, Tristan Kilian" userId="aff616bd-4ba4-4d5a-a6ae-24fbc901fafd" providerId="ADAL" clId="{D292643D-2054-4A69-9325-26675E8D7072}" dt="2025-11-23T11:48:34.107" v="37116" actId="1035"/>
          <ac:grpSpMkLst>
            <pc:docMk/>
            <pc:sldMk cId="5438572" sldId="3600"/>
            <ac:grpSpMk id="16" creationId="{C05206DA-AF5A-EE66-84D6-DB7CD1440335}"/>
          </ac:grpSpMkLst>
        </pc:grpChg>
        <pc:picChg chg="add mod">
          <ac:chgData name="Leiter, Tristan Kilian" userId="aff616bd-4ba4-4d5a-a6ae-24fbc901fafd" providerId="ADAL" clId="{D292643D-2054-4A69-9325-26675E8D7072}" dt="2025-11-23T11:48:41.457" v="37120" actId="1076"/>
          <ac:picMkLst>
            <pc:docMk/>
            <pc:sldMk cId="5438572" sldId="3600"/>
            <ac:picMk id="5" creationId="{E3952C2E-A3E7-3362-52DB-8C6CA8898A31}"/>
          </ac:picMkLst>
        </pc:picChg>
        <pc:cxnChg chg="mod">
          <ac:chgData name="Leiter, Tristan Kilian" userId="aff616bd-4ba4-4d5a-a6ae-24fbc901fafd" providerId="ADAL" clId="{D292643D-2054-4A69-9325-26675E8D7072}" dt="2025-11-23T11:45:18.538" v="36484"/>
          <ac:cxnSpMkLst>
            <pc:docMk/>
            <pc:sldMk cId="5438572" sldId="3600"/>
            <ac:cxnSpMk id="10" creationId="{113B545B-0AA9-A5B2-A68D-C2B3F1FC2B98}"/>
          </ac:cxnSpMkLst>
        </pc:cxnChg>
        <pc:cxnChg chg="add mod">
          <ac:chgData name="Leiter, Tristan Kilian" userId="aff616bd-4ba4-4d5a-a6ae-24fbc901fafd" providerId="ADAL" clId="{D292643D-2054-4A69-9325-26675E8D7072}" dt="2025-11-23T11:48:30.091" v="37080" actId="164"/>
          <ac:cxnSpMkLst>
            <pc:docMk/>
            <pc:sldMk cId="5438572" sldId="3600"/>
            <ac:cxnSpMk id="13" creationId="{A7FB2001-EF24-0339-0782-B3C13F46F575}"/>
          </ac:cxnSpMkLst>
        </pc:cxnChg>
      </pc:sldChg>
      <pc:sldChg chg="addSp modSp add mod">
        <pc:chgData name="Leiter, Tristan Kilian" userId="aff616bd-4ba4-4d5a-a6ae-24fbc901fafd" providerId="ADAL" clId="{D292643D-2054-4A69-9325-26675E8D7072}" dt="2025-11-23T19:08:18.606" v="44159" actId="20577"/>
        <pc:sldMkLst>
          <pc:docMk/>
          <pc:sldMk cId="3531599983" sldId="3601"/>
        </pc:sldMkLst>
        <pc:spChg chg="mod">
          <ac:chgData name="Leiter, Tristan Kilian" userId="aff616bd-4ba4-4d5a-a6ae-24fbc901fafd" providerId="ADAL" clId="{D292643D-2054-4A69-9325-26675E8D7072}" dt="2025-11-23T14:40:59.794" v="42102" actId="20577"/>
          <ac:spMkLst>
            <pc:docMk/>
            <pc:sldMk cId="3531599983" sldId="3601"/>
            <ac:spMk id="2" creationId="{54FFED2F-D817-727E-10F7-DFD40950B36E}"/>
          </ac:spMkLst>
        </pc:spChg>
        <pc:spChg chg="mod">
          <ac:chgData name="Leiter, Tristan Kilian" userId="aff616bd-4ba4-4d5a-a6ae-24fbc901fafd" providerId="ADAL" clId="{D292643D-2054-4A69-9325-26675E8D7072}" dt="2025-11-23T11:49:30.932" v="37223" actId="20577"/>
          <ac:spMkLst>
            <pc:docMk/>
            <pc:sldMk cId="3531599983" sldId="3601"/>
            <ac:spMk id="3" creationId="{CB81C190-E21A-5292-B47F-0780055DEA1D}"/>
          </ac:spMkLst>
        </pc:spChg>
        <pc:spChg chg="add mod">
          <ac:chgData name="Leiter, Tristan Kilian" userId="aff616bd-4ba4-4d5a-a6ae-24fbc901fafd" providerId="ADAL" clId="{D292643D-2054-4A69-9325-26675E8D7072}" dt="2025-11-23T11:49:46.035" v="37242" actId="20577"/>
          <ac:spMkLst>
            <pc:docMk/>
            <pc:sldMk cId="3531599983" sldId="3601"/>
            <ac:spMk id="4" creationId="{DAC960E0-A3C7-F422-CAC2-06C1CD556CEE}"/>
          </ac:spMkLst>
        </pc:spChg>
        <pc:spChg chg="add mod">
          <ac:chgData name="Leiter, Tristan Kilian" userId="aff616bd-4ba4-4d5a-a6ae-24fbc901fafd" providerId="ADAL" clId="{D292643D-2054-4A69-9325-26675E8D7072}" dt="2025-11-23T11:50:34.163" v="37368" actId="20577"/>
          <ac:spMkLst>
            <pc:docMk/>
            <pc:sldMk cId="3531599983" sldId="3601"/>
            <ac:spMk id="5" creationId="{FB43F0A7-4F60-CAE8-D1DD-6EF0822526B4}"/>
          </ac:spMkLst>
        </pc:spChg>
        <pc:spChg chg="add mod">
          <ac:chgData name="Leiter, Tristan Kilian" userId="aff616bd-4ba4-4d5a-a6ae-24fbc901fafd" providerId="ADAL" clId="{D292643D-2054-4A69-9325-26675E8D7072}" dt="2025-11-23T11:51:00.047" v="37499" actId="20577"/>
          <ac:spMkLst>
            <pc:docMk/>
            <pc:sldMk cId="3531599983" sldId="3601"/>
            <ac:spMk id="6" creationId="{83439E32-3654-FE7B-D00F-2EAA5CB65468}"/>
          </ac:spMkLst>
        </pc:spChg>
        <pc:spChg chg="add mod">
          <ac:chgData name="Leiter, Tristan Kilian" userId="aff616bd-4ba4-4d5a-a6ae-24fbc901fafd" providerId="ADAL" clId="{D292643D-2054-4A69-9325-26675E8D7072}" dt="2025-11-23T11:52:37.231" v="37890" actId="113"/>
          <ac:spMkLst>
            <pc:docMk/>
            <pc:sldMk cId="3531599983" sldId="3601"/>
            <ac:spMk id="7" creationId="{FB43D3E5-88A7-09A5-BB21-0C2559E94973}"/>
          </ac:spMkLst>
        </pc:spChg>
        <pc:spChg chg="add mod">
          <ac:chgData name="Leiter, Tristan Kilian" userId="aff616bd-4ba4-4d5a-a6ae-24fbc901fafd" providerId="ADAL" clId="{D292643D-2054-4A69-9325-26675E8D7072}" dt="2025-11-23T11:51:58.194" v="37786" actId="1036"/>
          <ac:spMkLst>
            <pc:docMk/>
            <pc:sldMk cId="3531599983" sldId="3601"/>
            <ac:spMk id="8" creationId="{5A905B44-2183-56CB-BCCE-ECDF78C1E509}"/>
          </ac:spMkLst>
        </pc:spChg>
        <pc:spChg chg="add mod">
          <ac:chgData name="Leiter, Tristan Kilian" userId="aff616bd-4ba4-4d5a-a6ae-24fbc901fafd" providerId="ADAL" clId="{D292643D-2054-4A69-9325-26675E8D7072}" dt="2025-11-23T19:08:18.606" v="44159" actId="20577"/>
          <ac:spMkLst>
            <pc:docMk/>
            <pc:sldMk cId="3531599983" sldId="3601"/>
            <ac:spMk id="9" creationId="{DA115214-EAFB-7072-8033-1795952A2F02}"/>
          </ac:spMkLst>
        </pc:spChg>
      </pc:sldChg>
      <pc:sldChg chg="addSp delSp modSp add mod modNotesTx">
        <pc:chgData name="Leiter, Tristan Kilian" userId="aff616bd-4ba4-4d5a-a6ae-24fbc901fafd" providerId="ADAL" clId="{D292643D-2054-4A69-9325-26675E8D7072}" dt="2025-11-24T16:24:35.861" v="45027" actId="20577"/>
        <pc:sldMkLst>
          <pc:docMk/>
          <pc:sldMk cId="1043803236" sldId="3602"/>
        </pc:sldMkLst>
        <pc:spChg chg="mod">
          <ac:chgData name="Leiter, Tristan Kilian" userId="aff616bd-4ba4-4d5a-a6ae-24fbc901fafd" providerId="ADAL" clId="{D292643D-2054-4A69-9325-26675E8D7072}" dt="2025-11-23T12:43:07.713" v="41571" actId="20577"/>
          <ac:spMkLst>
            <pc:docMk/>
            <pc:sldMk cId="1043803236" sldId="3602"/>
            <ac:spMk id="3" creationId="{324B4EA5-DEF3-B60B-5F66-8BB71BFC97DA}"/>
          </ac:spMkLst>
        </pc:spChg>
        <pc:spChg chg="add mod ord">
          <ac:chgData name="Leiter, Tristan Kilian" userId="aff616bd-4ba4-4d5a-a6ae-24fbc901fafd" providerId="ADAL" clId="{D292643D-2054-4A69-9325-26675E8D7072}" dt="2025-11-23T12:35:16.022" v="41030" actId="1076"/>
          <ac:spMkLst>
            <pc:docMk/>
            <pc:sldMk cId="1043803236" sldId="3602"/>
            <ac:spMk id="10" creationId="{23B2C2F4-EAA4-4CA2-84A5-02A297D7FE87}"/>
          </ac:spMkLst>
        </pc:spChg>
        <pc:spChg chg="add mod">
          <ac:chgData name="Leiter, Tristan Kilian" userId="aff616bd-4ba4-4d5a-a6ae-24fbc901fafd" providerId="ADAL" clId="{D292643D-2054-4A69-9325-26675E8D7072}" dt="2025-11-23T12:36:37.929" v="41140" actId="207"/>
          <ac:spMkLst>
            <pc:docMk/>
            <pc:sldMk cId="1043803236" sldId="3602"/>
            <ac:spMk id="18" creationId="{F49D68DB-E9FB-9DD9-33A7-B3B4244391CE}"/>
          </ac:spMkLst>
        </pc:spChg>
        <pc:spChg chg="add mod">
          <ac:chgData name="Leiter, Tristan Kilian" userId="aff616bd-4ba4-4d5a-a6ae-24fbc901fafd" providerId="ADAL" clId="{D292643D-2054-4A69-9325-26675E8D7072}" dt="2025-11-23T12:37:02.031" v="41147" actId="1076"/>
          <ac:spMkLst>
            <pc:docMk/>
            <pc:sldMk cId="1043803236" sldId="3602"/>
            <ac:spMk id="19" creationId="{C816BFCC-492D-CB0F-8BB0-682D4F28FAB1}"/>
          </ac:spMkLst>
        </pc:spChg>
        <pc:spChg chg="add mod">
          <ac:chgData name="Leiter, Tristan Kilian" userId="aff616bd-4ba4-4d5a-a6ae-24fbc901fafd" providerId="ADAL" clId="{D292643D-2054-4A69-9325-26675E8D7072}" dt="2025-11-23T12:37:02.031" v="41147" actId="1076"/>
          <ac:spMkLst>
            <pc:docMk/>
            <pc:sldMk cId="1043803236" sldId="3602"/>
            <ac:spMk id="20" creationId="{B86377A7-97B0-35E3-00EA-18C3C3E3B8D4}"/>
          </ac:spMkLst>
        </pc:spChg>
        <pc:spChg chg="add mod">
          <ac:chgData name="Leiter, Tristan Kilian" userId="aff616bd-4ba4-4d5a-a6ae-24fbc901fafd" providerId="ADAL" clId="{D292643D-2054-4A69-9325-26675E8D7072}" dt="2025-11-23T12:37:25.693" v="41159" actId="1076"/>
          <ac:spMkLst>
            <pc:docMk/>
            <pc:sldMk cId="1043803236" sldId="3602"/>
            <ac:spMk id="21" creationId="{A0D7ED60-C6A7-A28E-E55A-8FC0E7094BBC}"/>
          </ac:spMkLst>
        </pc:spChg>
        <pc:spChg chg="add mod">
          <ac:chgData name="Leiter, Tristan Kilian" userId="aff616bd-4ba4-4d5a-a6ae-24fbc901fafd" providerId="ADAL" clId="{D292643D-2054-4A69-9325-26675E8D7072}" dt="2025-11-23T12:37:33.530" v="41165" actId="14100"/>
          <ac:spMkLst>
            <pc:docMk/>
            <pc:sldMk cId="1043803236" sldId="3602"/>
            <ac:spMk id="22" creationId="{E4CEF03D-CFF0-F012-6C2D-0B04780BD1AC}"/>
          </ac:spMkLst>
        </pc:spChg>
        <pc:spChg chg="add mod">
          <ac:chgData name="Leiter, Tristan Kilian" userId="aff616bd-4ba4-4d5a-a6ae-24fbc901fafd" providerId="ADAL" clId="{D292643D-2054-4A69-9325-26675E8D7072}" dt="2025-11-23T12:42:01.997" v="41460" actId="1038"/>
          <ac:spMkLst>
            <pc:docMk/>
            <pc:sldMk cId="1043803236" sldId="3602"/>
            <ac:spMk id="28" creationId="{310DA451-88A7-3789-4A5C-7769F747829D}"/>
          </ac:spMkLst>
        </pc:spChg>
        <pc:spChg chg="add mod">
          <ac:chgData name="Leiter, Tristan Kilian" userId="aff616bd-4ba4-4d5a-a6ae-24fbc901fafd" providerId="ADAL" clId="{D292643D-2054-4A69-9325-26675E8D7072}" dt="2025-11-23T12:39:49.031" v="41244" actId="1076"/>
          <ac:spMkLst>
            <pc:docMk/>
            <pc:sldMk cId="1043803236" sldId="3602"/>
            <ac:spMk id="29" creationId="{A78C3A58-F43E-8CC6-37BE-0CB690812B24}"/>
          </ac:spMkLst>
        </pc:spChg>
        <pc:spChg chg="add mod">
          <ac:chgData name="Leiter, Tristan Kilian" userId="aff616bd-4ba4-4d5a-a6ae-24fbc901fafd" providerId="ADAL" clId="{D292643D-2054-4A69-9325-26675E8D7072}" dt="2025-11-23T12:39:21.638" v="41219" actId="1076"/>
          <ac:spMkLst>
            <pc:docMk/>
            <pc:sldMk cId="1043803236" sldId="3602"/>
            <ac:spMk id="30" creationId="{385DEDB1-A6B3-86BA-D00C-4CDEB7BF505E}"/>
          </ac:spMkLst>
        </pc:spChg>
        <pc:spChg chg="add mod">
          <ac:chgData name="Leiter, Tristan Kilian" userId="aff616bd-4ba4-4d5a-a6ae-24fbc901fafd" providerId="ADAL" clId="{D292643D-2054-4A69-9325-26675E8D7072}" dt="2025-11-24T16:22:32.620" v="45011" actId="20577"/>
          <ac:spMkLst>
            <pc:docMk/>
            <pc:sldMk cId="1043803236" sldId="3602"/>
            <ac:spMk id="31" creationId="{56DF57B2-C8D2-C0D1-2CCE-9A08EC305C12}"/>
          </ac:spMkLst>
        </pc:spChg>
        <pc:spChg chg="add mod">
          <ac:chgData name="Leiter, Tristan Kilian" userId="aff616bd-4ba4-4d5a-a6ae-24fbc901fafd" providerId="ADAL" clId="{D292643D-2054-4A69-9325-26675E8D7072}" dt="2025-11-23T12:40:02.872" v="41264" actId="20577"/>
          <ac:spMkLst>
            <pc:docMk/>
            <pc:sldMk cId="1043803236" sldId="3602"/>
            <ac:spMk id="32" creationId="{5309F796-F4EC-BD95-A8DC-0E8F71DCB404}"/>
          </ac:spMkLst>
        </pc:spChg>
        <pc:spChg chg="add mod">
          <ac:chgData name="Leiter, Tristan Kilian" userId="aff616bd-4ba4-4d5a-a6ae-24fbc901fafd" providerId="ADAL" clId="{D292643D-2054-4A69-9325-26675E8D7072}" dt="2025-11-24T16:24:35.861" v="45027" actId="20577"/>
          <ac:spMkLst>
            <pc:docMk/>
            <pc:sldMk cId="1043803236" sldId="3602"/>
            <ac:spMk id="33" creationId="{C097A2C9-344C-D70B-C977-7C3CC8295AE5}"/>
          </ac:spMkLst>
        </pc:spChg>
        <pc:spChg chg="add mod">
          <ac:chgData name="Leiter, Tristan Kilian" userId="aff616bd-4ba4-4d5a-a6ae-24fbc901fafd" providerId="ADAL" clId="{D292643D-2054-4A69-9325-26675E8D7072}" dt="2025-11-24T16:22:09.029" v="45007" actId="20577"/>
          <ac:spMkLst>
            <pc:docMk/>
            <pc:sldMk cId="1043803236" sldId="3602"/>
            <ac:spMk id="34" creationId="{D4A828FE-8D8B-7E5A-E878-52481054E6DC}"/>
          </ac:spMkLst>
        </pc:spChg>
        <pc:spChg chg="add mod">
          <ac:chgData name="Leiter, Tristan Kilian" userId="aff616bd-4ba4-4d5a-a6ae-24fbc901fafd" providerId="ADAL" clId="{D292643D-2054-4A69-9325-26675E8D7072}" dt="2025-11-24T16:24:12.310" v="45025" actId="20577"/>
          <ac:spMkLst>
            <pc:docMk/>
            <pc:sldMk cId="1043803236" sldId="3602"/>
            <ac:spMk id="35" creationId="{C441DF5A-8944-636F-7028-EF644BB97ABB}"/>
          </ac:spMkLst>
        </pc:spChg>
        <pc:cxnChg chg="add mod">
          <ac:chgData name="Leiter, Tristan Kilian" userId="aff616bd-4ba4-4d5a-a6ae-24fbc901fafd" providerId="ADAL" clId="{D292643D-2054-4A69-9325-26675E8D7072}" dt="2025-11-23T12:42:01.997" v="41460" actId="1038"/>
          <ac:cxnSpMkLst>
            <pc:docMk/>
            <pc:sldMk cId="1043803236" sldId="3602"/>
            <ac:cxnSpMk id="24" creationId="{B479CD41-A069-064F-A969-300B2AD95243}"/>
          </ac:cxnSpMkLst>
        </pc:cxnChg>
        <pc:cxnChg chg="add mod">
          <ac:chgData name="Leiter, Tristan Kilian" userId="aff616bd-4ba4-4d5a-a6ae-24fbc901fafd" providerId="ADAL" clId="{D292643D-2054-4A69-9325-26675E8D7072}" dt="2025-11-23T12:42:01.997" v="41460" actId="1038"/>
          <ac:cxnSpMkLst>
            <pc:docMk/>
            <pc:sldMk cId="1043803236" sldId="3602"/>
            <ac:cxnSpMk id="26" creationId="{5EDEA73C-1931-CEDD-DAA5-44AA97F41BF4}"/>
          </ac:cxnSpMkLst>
        </pc:cxnChg>
      </pc:sldChg>
      <pc:sldChg chg="add del">
        <pc:chgData name="Leiter, Tristan Kilian" userId="aff616bd-4ba4-4d5a-a6ae-24fbc901fafd" providerId="ADAL" clId="{D292643D-2054-4A69-9325-26675E8D7072}" dt="2025-11-23T12:14:25.508" v="40716" actId="47"/>
        <pc:sldMkLst>
          <pc:docMk/>
          <pc:sldMk cId="2264313187" sldId="3602"/>
        </pc:sldMkLst>
      </pc:sldChg>
      <pc:sldChg chg="addSp delSp modSp add del mod">
        <pc:chgData name="Leiter, Tristan Kilian" userId="aff616bd-4ba4-4d5a-a6ae-24fbc901fafd" providerId="ADAL" clId="{D292643D-2054-4A69-9325-26675E8D7072}" dt="2025-11-24T16:21:56.661" v="45005" actId="47"/>
        <pc:sldMkLst>
          <pc:docMk/>
          <pc:sldMk cId="453910058" sldId="3603"/>
        </pc:sldMkLst>
      </pc:sldChg>
      <pc:sldChg chg="addSp delSp modSp add mod ord">
        <pc:chgData name="Leiter, Tristan Kilian" userId="aff616bd-4ba4-4d5a-a6ae-24fbc901fafd" providerId="ADAL" clId="{D292643D-2054-4A69-9325-26675E8D7072}" dt="2025-11-23T15:38:00.946" v="43096" actId="1037"/>
        <pc:sldMkLst>
          <pc:docMk/>
          <pc:sldMk cId="146660247" sldId="3604"/>
        </pc:sldMkLst>
        <pc:spChg chg="add mod">
          <ac:chgData name="Leiter, Tristan Kilian" userId="aff616bd-4ba4-4d5a-a6ae-24fbc901fafd" providerId="ADAL" clId="{D292643D-2054-4A69-9325-26675E8D7072}" dt="2025-11-23T13:27:33.929" v="42057" actId="403"/>
          <ac:spMkLst>
            <pc:docMk/>
            <pc:sldMk cId="146660247" sldId="3604"/>
            <ac:spMk id="13" creationId="{562CF0AB-9100-BC0F-BFB7-E41E63A3A9DB}"/>
          </ac:spMkLst>
        </pc:spChg>
        <pc:spChg chg="add mod">
          <ac:chgData name="Leiter, Tristan Kilian" userId="aff616bd-4ba4-4d5a-a6ae-24fbc901fafd" providerId="ADAL" clId="{D292643D-2054-4A69-9325-26675E8D7072}" dt="2025-11-23T15:38:00.946" v="43096" actId="1037"/>
          <ac:spMkLst>
            <pc:docMk/>
            <pc:sldMk cId="146660247" sldId="3604"/>
            <ac:spMk id="14" creationId="{E1690D06-210C-5308-05F3-FC30DC2DCD42}"/>
          </ac:spMkLst>
        </pc:spChg>
        <pc:spChg chg="add mod">
          <ac:chgData name="Leiter, Tristan Kilian" userId="aff616bd-4ba4-4d5a-a6ae-24fbc901fafd" providerId="ADAL" clId="{D292643D-2054-4A69-9325-26675E8D7072}" dt="2025-11-23T13:28:37.915" v="42077" actId="14100"/>
          <ac:spMkLst>
            <pc:docMk/>
            <pc:sldMk cId="146660247" sldId="3604"/>
            <ac:spMk id="17" creationId="{320E77D1-957E-A6C0-1B76-459A153DB5ED}"/>
          </ac:spMkLst>
        </pc:spChg>
        <pc:spChg chg="add mod">
          <ac:chgData name="Leiter, Tristan Kilian" userId="aff616bd-4ba4-4d5a-a6ae-24fbc901fafd" providerId="ADAL" clId="{D292643D-2054-4A69-9325-26675E8D7072}" dt="2025-11-23T13:28:37.915" v="42077" actId="14100"/>
          <ac:spMkLst>
            <pc:docMk/>
            <pc:sldMk cId="146660247" sldId="3604"/>
            <ac:spMk id="18" creationId="{9C9AFA2D-AA5E-CF24-ED7A-F454446A47EB}"/>
          </ac:spMkLst>
        </pc:spChg>
        <pc:picChg chg="add mod">
          <ac:chgData name="Leiter, Tristan Kilian" userId="aff616bd-4ba4-4d5a-a6ae-24fbc901fafd" providerId="ADAL" clId="{D292643D-2054-4A69-9325-26675E8D7072}" dt="2025-11-23T13:26:37.896" v="42039" actId="1076"/>
          <ac:picMkLst>
            <pc:docMk/>
            <pc:sldMk cId="146660247" sldId="3604"/>
            <ac:picMk id="9" creationId="{9F5C7E67-BFC5-4BB1-570C-BEEDF038175F}"/>
          </ac:picMkLst>
        </pc:picChg>
        <pc:picChg chg="add mod">
          <ac:chgData name="Leiter, Tristan Kilian" userId="aff616bd-4ba4-4d5a-a6ae-24fbc901fafd" providerId="ADAL" clId="{D292643D-2054-4A69-9325-26675E8D7072}" dt="2025-11-23T13:27:47.043" v="42063" actId="1076"/>
          <ac:picMkLst>
            <pc:docMk/>
            <pc:sldMk cId="146660247" sldId="3604"/>
            <ac:picMk id="10" creationId="{CB7DF40E-F8B5-7323-24CB-810D471B67C8}"/>
          </ac:picMkLst>
        </pc:picChg>
        <pc:picChg chg="add mod">
          <ac:chgData name="Leiter, Tristan Kilian" userId="aff616bd-4ba4-4d5a-a6ae-24fbc901fafd" providerId="ADAL" clId="{D292643D-2054-4A69-9325-26675E8D7072}" dt="2025-11-23T13:27:45.837" v="42062" actId="1076"/>
          <ac:picMkLst>
            <pc:docMk/>
            <pc:sldMk cId="146660247" sldId="3604"/>
            <ac:picMk id="11" creationId="{4A7FA38F-4FAE-3B31-EA98-85DE8DD609C7}"/>
          </ac:picMkLst>
        </pc:picChg>
      </pc:sldChg>
      <pc:sldChg chg="add del mod ord modShow">
        <pc:chgData name="Leiter, Tristan Kilian" userId="aff616bd-4ba4-4d5a-a6ae-24fbc901fafd" providerId="ADAL" clId="{D292643D-2054-4A69-9325-26675E8D7072}" dt="2025-11-23T16:18:16.224" v="43557" actId="47"/>
        <pc:sldMkLst>
          <pc:docMk/>
          <pc:sldMk cId="2082968862" sldId="3605"/>
        </pc:sldMkLst>
      </pc:sldChg>
      <pc:sldChg chg="add del">
        <pc:chgData name="Leiter, Tristan Kilian" userId="aff616bd-4ba4-4d5a-a6ae-24fbc901fafd" providerId="ADAL" clId="{D292643D-2054-4A69-9325-26675E8D7072}" dt="2025-11-23T15:15:39.716" v="42247" actId="47"/>
        <pc:sldMkLst>
          <pc:docMk/>
          <pc:sldMk cId="3018122168" sldId="3606"/>
        </pc:sldMkLst>
      </pc:sldChg>
      <pc:sldChg chg="addSp delSp modSp add mod">
        <pc:chgData name="Leiter, Tristan Kilian" userId="aff616bd-4ba4-4d5a-a6ae-24fbc901fafd" providerId="ADAL" clId="{D292643D-2054-4A69-9325-26675E8D7072}" dt="2025-11-23T15:46:04.899" v="43204" actId="20577"/>
        <pc:sldMkLst>
          <pc:docMk/>
          <pc:sldMk cId="2351117739" sldId="3607"/>
        </pc:sldMkLst>
        <pc:spChg chg="add mod">
          <ac:chgData name="Leiter, Tristan Kilian" userId="aff616bd-4ba4-4d5a-a6ae-24fbc901fafd" providerId="ADAL" clId="{D292643D-2054-4A69-9325-26675E8D7072}" dt="2025-11-23T15:35:10.653" v="42950" actId="20577"/>
          <ac:spMkLst>
            <pc:docMk/>
            <pc:sldMk cId="2351117739" sldId="3607"/>
            <ac:spMk id="8" creationId="{C2A90303-ECD7-524B-7CA8-DF226370888B}"/>
          </ac:spMkLst>
        </pc:spChg>
        <pc:spChg chg="add mod ord">
          <ac:chgData name="Leiter, Tristan Kilian" userId="aff616bd-4ba4-4d5a-a6ae-24fbc901fafd" providerId="ADAL" clId="{D292643D-2054-4A69-9325-26675E8D7072}" dt="2025-11-23T15:34:55.385" v="42900" actId="1036"/>
          <ac:spMkLst>
            <pc:docMk/>
            <pc:sldMk cId="2351117739" sldId="3607"/>
            <ac:spMk id="9" creationId="{3A5A5ED9-9432-8BD8-0DC3-3D221A7FF938}"/>
          </ac:spMkLst>
        </pc:spChg>
        <pc:spChg chg="mod">
          <ac:chgData name="Leiter, Tristan Kilian" userId="aff616bd-4ba4-4d5a-a6ae-24fbc901fafd" providerId="ADAL" clId="{D292643D-2054-4A69-9325-26675E8D7072}" dt="2025-11-23T15:35:19.181" v="42952"/>
          <ac:spMkLst>
            <pc:docMk/>
            <pc:sldMk cId="2351117739" sldId="3607"/>
            <ac:spMk id="13" creationId="{07C63AA8-CC77-36E5-96B1-301543AD338E}"/>
          </ac:spMkLst>
        </pc:spChg>
        <pc:spChg chg="mod">
          <ac:chgData name="Leiter, Tristan Kilian" userId="aff616bd-4ba4-4d5a-a6ae-24fbc901fafd" providerId="ADAL" clId="{D292643D-2054-4A69-9325-26675E8D7072}" dt="2025-11-23T15:35:19.181" v="42952"/>
          <ac:spMkLst>
            <pc:docMk/>
            <pc:sldMk cId="2351117739" sldId="3607"/>
            <ac:spMk id="14" creationId="{7116A058-09EC-0F6C-11FD-6919BBB3721F}"/>
          </ac:spMkLst>
        </pc:spChg>
        <pc:spChg chg="add mod">
          <ac:chgData name="Leiter, Tristan Kilian" userId="aff616bd-4ba4-4d5a-a6ae-24fbc901fafd" providerId="ADAL" clId="{D292643D-2054-4A69-9325-26675E8D7072}" dt="2025-11-23T15:36:02.375" v="43009" actId="1076"/>
          <ac:spMkLst>
            <pc:docMk/>
            <pc:sldMk cId="2351117739" sldId="3607"/>
            <ac:spMk id="16" creationId="{0A9A4DF3-6872-0BB5-50A7-98E7BED68B0D}"/>
          </ac:spMkLst>
        </pc:spChg>
        <pc:spChg chg="add mod">
          <ac:chgData name="Leiter, Tristan Kilian" userId="aff616bd-4ba4-4d5a-a6ae-24fbc901fafd" providerId="ADAL" clId="{D292643D-2054-4A69-9325-26675E8D7072}" dt="2025-11-23T15:36:15.362" v="43039" actId="20577"/>
          <ac:spMkLst>
            <pc:docMk/>
            <pc:sldMk cId="2351117739" sldId="3607"/>
            <ac:spMk id="19" creationId="{E32C6D0B-F466-FF89-60C0-7BAA58F77A63}"/>
          </ac:spMkLst>
        </pc:spChg>
        <pc:grpChg chg="add mod">
          <ac:chgData name="Leiter, Tristan Kilian" userId="aff616bd-4ba4-4d5a-a6ae-24fbc901fafd" providerId="ADAL" clId="{D292643D-2054-4A69-9325-26675E8D7072}" dt="2025-11-23T15:35:31.987" v="42993" actId="1036"/>
          <ac:grpSpMkLst>
            <pc:docMk/>
            <pc:sldMk cId="2351117739" sldId="3607"/>
            <ac:grpSpMk id="11" creationId="{7957ECC3-5A20-83E9-C960-579508B1ED32}"/>
          </ac:grpSpMkLst>
        </pc:grpChg>
        <pc:graphicFrameChg chg="mod modGraphic">
          <ac:chgData name="Leiter, Tristan Kilian" userId="aff616bd-4ba4-4d5a-a6ae-24fbc901fafd" providerId="ADAL" clId="{D292643D-2054-4A69-9325-26675E8D7072}" dt="2025-11-23T15:41:58.047" v="43097" actId="20577"/>
          <ac:graphicFrameMkLst>
            <pc:docMk/>
            <pc:sldMk cId="2351117739" sldId="3607"/>
            <ac:graphicFrameMk id="3" creationId="{5F4F33AA-EAF8-E382-10C0-59815BA6ADFA}"/>
          </ac:graphicFrameMkLst>
        </pc:graphicFrameChg>
        <pc:graphicFrameChg chg="add mod modGraphic">
          <ac:chgData name="Leiter, Tristan Kilian" userId="aff616bd-4ba4-4d5a-a6ae-24fbc901fafd" providerId="ADAL" clId="{D292643D-2054-4A69-9325-26675E8D7072}" dt="2025-11-23T15:46:04.899" v="43204" actId="20577"/>
          <ac:graphicFrameMkLst>
            <pc:docMk/>
            <pc:sldMk cId="2351117739" sldId="3607"/>
            <ac:graphicFrameMk id="6" creationId="{AF7090C9-D922-C771-101A-A20D356C6026}"/>
          </ac:graphicFrameMkLst>
        </pc:graphicFrameChg>
        <pc:cxnChg chg="add mod">
          <ac:chgData name="Leiter, Tristan Kilian" userId="aff616bd-4ba4-4d5a-a6ae-24fbc901fafd" providerId="ADAL" clId="{D292643D-2054-4A69-9325-26675E8D7072}" dt="2025-11-23T15:35:37.001" v="42994" actId="14100"/>
          <ac:cxnSpMkLst>
            <pc:docMk/>
            <pc:sldMk cId="2351117739" sldId="3607"/>
            <ac:cxnSpMk id="10" creationId="{1DC9BF65-85A2-7E59-801D-B7917CE7BD80}"/>
          </ac:cxnSpMkLst>
        </pc:cxnChg>
      </pc:sldChg>
      <pc:sldChg chg="addSp delSp modSp add del mod">
        <pc:chgData name="Leiter, Tristan Kilian" userId="aff616bd-4ba4-4d5a-a6ae-24fbc901fafd" providerId="ADAL" clId="{D292643D-2054-4A69-9325-26675E8D7072}" dt="2025-11-23T15:34:02.520" v="42826" actId="47"/>
        <pc:sldMkLst>
          <pc:docMk/>
          <pc:sldMk cId="3973408826" sldId="3608"/>
        </pc:sldMkLst>
      </pc:sldChg>
      <pc:sldChg chg="addSp modSp add mod">
        <pc:chgData name="Leiter, Tristan Kilian" userId="aff616bd-4ba4-4d5a-a6ae-24fbc901fafd" providerId="ADAL" clId="{D292643D-2054-4A69-9325-26675E8D7072}" dt="2025-11-23T15:52:26.669" v="43213" actId="20577"/>
        <pc:sldMkLst>
          <pc:docMk/>
          <pc:sldMk cId="1599225403" sldId="3609"/>
        </pc:sldMkLst>
        <pc:spChg chg="add mod">
          <ac:chgData name="Leiter, Tristan Kilian" userId="aff616bd-4ba4-4d5a-a6ae-24fbc901fafd" providerId="ADAL" clId="{D292643D-2054-4A69-9325-26675E8D7072}" dt="2025-11-23T15:33:59.983" v="42825"/>
          <ac:spMkLst>
            <pc:docMk/>
            <pc:sldMk cId="1599225403" sldId="3609"/>
            <ac:spMk id="6" creationId="{2C10653E-A67E-8085-59BE-C024C1C208FE}"/>
          </ac:spMkLst>
        </pc:spChg>
        <pc:spChg chg="add mod">
          <ac:chgData name="Leiter, Tristan Kilian" userId="aff616bd-4ba4-4d5a-a6ae-24fbc901fafd" providerId="ADAL" clId="{D292643D-2054-4A69-9325-26675E8D7072}" dt="2025-11-23T15:33:59.983" v="42825"/>
          <ac:spMkLst>
            <pc:docMk/>
            <pc:sldMk cId="1599225403" sldId="3609"/>
            <ac:spMk id="10" creationId="{4AE5692E-EA2F-969A-6DB2-6CB572CFF23C}"/>
          </ac:spMkLst>
        </pc:spChg>
        <pc:graphicFrameChg chg="modGraphic">
          <ac:chgData name="Leiter, Tristan Kilian" userId="aff616bd-4ba4-4d5a-a6ae-24fbc901fafd" providerId="ADAL" clId="{D292643D-2054-4A69-9325-26675E8D7072}" dt="2025-11-23T15:52:26.669" v="43213" actId="20577"/>
          <ac:graphicFrameMkLst>
            <pc:docMk/>
            <pc:sldMk cId="1599225403" sldId="3609"/>
            <ac:graphicFrameMk id="3" creationId="{0E7DFCDE-110C-7703-EE0C-4A8C7A83ADE2}"/>
          </ac:graphicFrameMkLst>
        </pc:graphicFrameChg>
      </pc:sldChg>
      <pc:sldChg chg="addSp delSp modSp add del mod">
        <pc:chgData name="Leiter, Tristan Kilian" userId="aff616bd-4ba4-4d5a-a6ae-24fbc901fafd" providerId="ADAL" clId="{D292643D-2054-4A69-9325-26675E8D7072}" dt="2025-11-23T16:28:36.780" v="43750" actId="47"/>
        <pc:sldMkLst>
          <pc:docMk/>
          <pc:sldMk cId="2029788427" sldId="3610"/>
        </pc:sldMkLst>
      </pc:sldChg>
      <pc:sldChg chg="addSp delSp modSp mod modClrScheme chgLayout">
        <pc:chgData name="Leiter, Tristan Kilian" userId="aff616bd-4ba4-4d5a-a6ae-24fbc901fafd" providerId="ADAL" clId="{D292643D-2054-4A69-9325-26675E8D7072}" dt="2025-11-24T19:21:54.218" v="46647" actId="20577"/>
        <pc:sldMkLst>
          <pc:docMk/>
          <pc:sldMk cId="3599831213" sldId="3610"/>
        </pc:sldMkLst>
        <pc:spChg chg="mod ord">
          <ac:chgData name="Leiter, Tristan Kilian" userId="aff616bd-4ba4-4d5a-a6ae-24fbc901fafd" providerId="ADAL" clId="{D292643D-2054-4A69-9325-26675E8D7072}" dt="2025-11-24T19:10:26.422" v="46627" actId="700"/>
          <ac:spMkLst>
            <pc:docMk/>
            <pc:sldMk cId="3599831213" sldId="3610"/>
            <ac:spMk id="2" creationId="{D9E0290C-748E-26B2-AEA7-EE76BFFF816D}"/>
          </ac:spMkLst>
        </pc:spChg>
        <pc:spChg chg="mod ord">
          <ac:chgData name="Leiter, Tristan Kilian" userId="aff616bd-4ba4-4d5a-a6ae-24fbc901fafd" providerId="ADAL" clId="{D292643D-2054-4A69-9325-26675E8D7072}" dt="2025-11-24T19:10:26.422" v="46627" actId="700"/>
          <ac:spMkLst>
            <pc:docMk/>
            <pc:sldMk cId="3599831213" sldId="3610"/>
            <ac:spMk id="3" creationId="{2C710176-4FE4-2A31-911E-6AB617A1F389}"/>
          </ac:spMkLst>
        </pc:spChg>
        <pc:spChg chg="mod">
          <ac:chgData name="Leiter, Tristan Kilian" userId="aff616bd-4ba4-4d5a-a6ae-24fbc901fafd" providerId="ADAL" clId="{D292643D-2054-4A69-9325-26675E8D7072}" dt="2025-11-24T18:52:26.329" v="46043" actId="1036"/>
          <ac:spMkLst>
            <pc:docMk/>
            <pc:sldMk cId="3599831213" sldId="3610"/>
            <ac:spMk id="4" creationId="{0A7C4568-3164-36B3-7298-B731CBE09CC7}"/>
          </ac:spMkLst>
        </pc:spChg>
        <pc:spChg chg="mod">
          <ac:chgData name="Leiter, Tristan Kilian" userId="aff616bd-4ba4-4d5a-a6ae-24fbc901fafd" providerId="ADAL" clId="{D292643D-2054-4A69-9325-26675E8D7072}" dt="2025-11-24T19:11:54.794" v="46630" actId="20577"/>
          <ac:spMkLst>
            <pc:docMk/>
            <pc:sldMk cId="3599831213" sldId="3610"/>
            <ac:spMk id="5" creationId="{395AE9D5-D42E-822B-9AF8-6B9EECAF9B4F}"/>
          </ac:spMkLst>
        </pc:spChg>
        <pc:spChg chg="mod">
          <ac:chgData name="Leiter, Tristan Kilian" userId="aff616bd-4ba4-4d5a-a6ae-24fbc901fafd" providerId="ADAL" clId="{D292643D-2054-4A69-9325-26675E8D7072}" dt="2025-11-24T18:45:24.777" v="45330" actId="1036"/>
          <ac:spMkLst>
            <pc:docMk/>
            <pc:sldMk cId="3599831213" sldId="3610"/>
            <ac:spMk id="6" creationId="{4D413A2A-1FD5-F717-B9CD-1136805434D0}"/>
          </ac:spMkLst>
        </pc:spChg>
        <pc:spChg chg="mod">
          <ac:chgData name="Leiter, Tristan Kilian" userId="aff616bd-4ba4-4d5a-a6ae-24fbc901fafd" providerId="ADAL" clId="{D292643D-2054-4A69-9325-26675E8D7072}" dt="2025-11-24T19:21:54.218" v="46647" actId="20577"/>
          <ac:spMkLst>
            <pc:docMk/>
            <pc:sldMk cId="3599831213" sldId="3610"/>
            <ac:spMk id="7" creationId="{F57C3451-19F8-ECA4-6937-FF3E8095B46E}"/>
          </ac:spMkLst>
        </pc:spChg>
        <pc:spChg chg="mod">
          <ac:chgData name="Leiter, Tristan Kilian" userId="aff616bd-4ba4-4d5a-a6ae-24fbc901fafd" providerId="ADAL" clId="{D292643D-2054-4A69-9325-26675E8D7072}" dt="2025-11-24T18:53:15.249" v="46093" actId="1036"/>
          <ac:spMkLst>
            <pc:docMk/>
            <pc:sldMk cId="3599831213" sldId="3610"/>
            <ac:spMk id="8" creationId="{2B934839-72BB-C927-4515-3FE3F49D2A7D}"/>
          </ac:spMkLst>
        </pc:spChg>
        <pc:spChg chg="mod">
          <ac:chgData name="Leiter, Tristan Kilian" userId="aff616bd-4ba4-4d5a-a6ae-24fbc901fafd" providerId="ADAL" clId="{D292643D-2054-4A69-9325-26675E8D7072}" dt="2025-11-24T18:53:15.249" v="46093" actId="1036"/>
          <ac:spMkLst>
            <pc:docMk/>
            <pc:sldMk cId="3599831213" sldId="3610"/>
            <ac:spMk id="9" creationId="{7A545A52-D4A7-A76E-9E01-4AE88E52393D}"/>
          </ac:spMkLst>
        </pc:spChg>
        <pc:spChg chg="add mod">
          <ac:chgData name="Leiter, Tristan Kilian" userId="aff616bd-4ba4-4d5a-a6ae-24fbc901fafd" providerId="ADAL" clId="{D292643D-2054-4A69-9325-26675E8D7072}" dt="2025-11-24T18:52:26.329" v="46043" actId="1036"/>
          <ac:spMkLst>
            <pc:docMk/>
            <pc:sldMk cId="3599831213" sldId="3610"/>
            <ac:spMk id="10" creationId="{90157952-B1CF-F23A-5A46-27A48C7504D4}"/>
          </ac:spMkLst>
        </pc:spChg>
        <pc:spChg chg="add mod">
          <ac:chgData name="Leiter, Tristan Kilian" userId="aff616bd-4ba4-4d5a-a6ae-24fbc901fafd" providerId="ADAL" clId="{D292643D-2054-4A69-9325-26675E8D7072}" dt="2025-11-24T19:18:16.582" v="46642" actId="14100"/>
          <ac:spMkLst>
            <pc:docMk/>
            <pc:sldMk cId="3599831213" sldId="3610"/>
            <ac:spMk id="11" creationId="{D1D2580C-EB9A-7966-C246-540EB439E820}"/>
          </ac:spMkLst>
        </pc:spChg>
        <pc:spChg chg="mod ord">
          <ac:chgData name="Leiter, Tristan Kilian" userId="aff616bd-4ba4-4d5a-a6ae-24fbc901fafd" providerId="ADAL" clId="{D292643D-2054-4A69-9325-26675E8D7072}" dt="2025-11-24T18:53:03.117" v="46066" actId="167"/>
          <ac:spMkLst>
            <pc:docMk/>
            <pc:sldMk cId="3599831213" sldId="3610"/>
            <ac:spMk id="15" creationId="{757E06E6-AC29-A15E-112F-B061DD97C078}"/>
          </ac:spMkLst>
        </pc:spChg>
        <pc:grpChg chg="add mod ord">
          <ac:chgData name="Leiter, Tristan Kilian" userId="aff616bd-4ba4-4d5a-a6ae-24fbc901fafd" providerId="ADAL" clId="{D292643D-2054-4A69-9325-26675E8D7072}" dt="2025-11-24T18:53:08.943" v="46067" actId="167"/>
          <ac:grpSpMkLst>
            <pc:docMk/>
            <pc:sldMk cId="3599831213" sldId="3610"/>
            <ac:grpSpMk id="12" creationId="{D06D0FE2-5AD1-CC4D-9364-7416D9DD564F}"/>
          </ac:grpSpMkLst>
        </pc:grpChg>
        <pc:cxnChg chg="mod">
          <ac:chgData name="Leiter, Tristan Kilian" userId="aff616bd-4ba4-4d5a-a6ae-24fbc901fafd" providerId="ADAL" clId="{D292643D-2054-4A69-9325-26675E8D7072}" dt="2025-11-24T18:52:46.079" v="46059"/>
          <ac:cxnSpMkLst>
            <pc:docMk/>
            <pc:sldMk cId="3599831213" sldId="3610"/>
            <ac:cxnSpMk id="14" creationId="{35D2487D-2B99-9CE8-2A19-3EFB325AA132}"/>
          </ac:cxnSpMkLst>
        </pc:cxnChg>
      </pc:sldChg>
      <pc:sldChg chg="addSp modSp mod modClrScheme chgLayout">
        <pc:chgData name="Leiter, Tristan Kilian" userId="aff616bd-4ba4-4d5a-a6ae-24fbc901fafd" providerId="ADAL" clId="{D292643D-2054-4A69-9325-26675E8D7072}" dt="2025-11-24T19:22:05.479" v="46651" actId="20577"/>
        <pc:sldMkLst>
          <pc:docMk/>
          <pc:sldMk cId="792571487" sldId="3611"/>
        </pc:sldMkLst>
        <pc:spChg chg="mod ord">
          <ac:chgData name="Leiter, Tristan Kilian" userId="aff616bd-4ba4-4d5a-a6ae-24fbc901fafd" providerId="ADAL" clId="{D292643D-2054-4A69-9325-26675E8D7072}" dt="2025-11-24T19:10:29.456" v="46628" actId="700"/>
          <ac:spMkLst>
            <pc:docMk/>
            <pc:sldMk cId="792571487" sldId="3611"/>
            <ac:spMk id="2" creationId="{5C69B886-DB45-B1B0-A8FB-372ED78A048C}"/>
          </ac:spMkLst>
        </pc:spChg>
        <pc:spChg chg="mod ord">
          <ac:chgData name="Leiter, Tristan Kilian" userId="aff616bd-4ba4-4d5a-a6ae-24fbc901fafd" providerId="ADAL" clId="{D292643D-2054-4A69-9325-26675E8D7072}" dt="2025-11-24T19:10:29.456" v="46628" actId="700"/>
          <ac:spMkLst>
            <pc:docMk/>
            <pc:sldMk cId="792571487" sldId="3611"/>
            <ac:spMk id="3" creationId="{48DB3334-0A5E-6080-C2AA-4F296272B439}"/>
          </ac:spMkLst>
        </pc:spChg>
        <pc:spChg chg="mod">
          <ac:chgData name="Leiter, Tristan Kilian" userId="aff616bd-4ba4-4d5a-a6ae-24fbc901fafd" providerId="ADAL" clId="{D292643D-2054-4A69-9325-26675E8D7072}" dt="2025-11-24T19:06:30.472" v="46422" actId="20577"/>
          <ac:spMkLst>
            <pc:docMk/>
            <pc:sldMk cId="792571487" sldId="3611"/>
            <ac:spMk id="4" creationId="{257D4CC7-B3A3-C30C-2115-E22EEA90B300}"/>
          </ac:spMkLst>
        </pc:spChg>
        <pc:spChg chg="mod">
          <ac:chgData name="Leiter, Tristan Kilian" userId="aff616bd-4ba4-4d5a-a6ae-24fbc901fafd" providerId="ADAL" clId="{D292643D-2054-4A69-9325-26675E8D7072}" dt="2025-11-24T18:55:37.336" v="46133" actId="1038"/>
          <ac:spMkLst>
            <pc:docMk/>
            <pc:sldMk cId="792571487" sldId="3611"/>
            <ac:spMk id="8" creationId="{AB81FD62-A3F5-58E8-0BE5-48C9652803CB}"/>
          </ac:spMkLst>
        </pc:spChg>
        <pc:spChg chg="mod">
          <ac:chgData name="Leiter, Tristan Kilian" userId="aff616bd-4ba4-4d5a-a6ae-24fbc901fafd" providerId="ADAL" clId="{D292643D-2054-4A69-9325-26675E8D7072}" dt="2025-11-24T19:22:05.479" v="46651" actId="20577"/>
          <ac:spMkLst>
            <pc:docMk/>
            <pc:sldMk cId="792571487" sldId="3611"/>
            <ac:spMk id="9" creationId="{D0B8AA43-D7A6-1647-73AC-77FD4021EB1E}"/>
          </ac:spMkLst>
        </pc:spChg>
        <pc:spChg chg="mod ord">
          <ac:chgData name="Leiter, Tristan Kilian" userId="aff616bd-4ba4-4d5a-a6ae-24fbc901fafd" providerId="ADAL" clId="{D292643D-2054-4A69-9325-26675E8D7072}" dt="2025-11-24T18:55:24.234" v="46120" actId="167"/>
          <ac:spMkLst>
            <pc:docMk/>
            <pc:sldMk cId="792571487" sldId="3611"/>
            <ac:spMk id="13" creationId="{71C7EF3C-221B-C6FA-F75F-9195F348D7F2}"/>
          </ac:spMkLst>
        </pc:spChg>
        <pc:grpChg chg="add mod ord">
          <ac:chgData name="Leiter, Tristan Kilian" userId="aff616bd-4ba4-4d5a-a6ae-24fbc901fafd" providerId="ADAL" clId="{D292643D-2054-4A69-9325-26675E8D7072}" dt="2025-11-24T18:55:52.932" v="46136" actId="14100"/>
          <ac:grpSpMkLst>
            <pc:docMk/>
            <pc:sldMk cId="792571487" sldId="3611"/>
            <ac:grpSpMk id="12" creationId="{0B589CAA-D397-8689-2DAF-247E8A42A0DC}"/>
          </ac:grpSpMkLst>
        </pc:grpChg>
        <pc:cxnChg chg="mod">
          <ac:chgData name="Leiter, Tristan Kilian" userId="aff616bd-4ba4-4d5a-a6ae-24fbc901fafd" providerId="ADAL" clId="{D292643D-2054-4A69-9325-26675E8D7072}" dt="2025-11-24T18:55:14.697" v="46118"/>
          <ac:cxnSpMkLst>
            <pc:docMk/>
            <pc:sldMk cId="792571487" sldId="3611"/>
            <ac:cxnSpMk id="14" creationId="{64DFAE95-19BD-FF02-2B52-9D35858EC867}"/>
          </ac:cxnSpMkLst>
        </pc:cxnChg>
      </pc:sldChg>
      <pc:sldChg chg="addSp delSp modSp add del mod ord modShow">
        <pc:chgData name="Leiter, Tristan Kilian" userId="aff616bd-4ba4-4d5a-a6ae-24fbc901fafd" providerId="ADAL" clId="{D292643D-2054-4A69-9325-26675E8D7072}" dt="2025-11-23T16:37:08.757" v="44143" actId="47"/>
        <pc:sldMkLst>
          <pc:docMk/>
          <pc:sldMk cId="2056339161" sldId="3611"/>
        </pc:sldMkLst>
      </pc:sldChg>
      <pc:sldChg chg="addSp modSp mod modClrScheme chgLayout">
        <pc:chgData name="Leiter, Tristan Kilian" userId="aff616bd-4ba4-4d5a-a6ae-24fbc901fafd" providerId="ADAL" clId="{D292643D-2054-4A69-9325-26675E8D7072}" dt="2025-11-24T19:10:31.768" v="46629" actId="700"/>
        <pc:sldMkLst>
          <pc:docMk/>
          <pc:sldMk cId="3347103952" sldId="3612"/>
        </pc:sldMkLst>
        <pc:spChg chg="mod ord">
          <ac:chgData name="Leiter, Tristan Kilian" userId="aff616bd-4ba4-4d5a-a6ae-24fbc901fafd" providerId="ADAL" clId="{D292643D-2054-4A69-9325-26675E8D7072}" dt="2025-11-24T19:10:31.768" v="46629" actId="700"/>
          <ac:spMkLst>
            <pc:docMk/>
            <pc:sldMk cId="3347103952" sldId="3612"/>
            <ac:spMk id="2" creationId="{7EE08F8A-0770-AD3A-F1FF-5C5269A1C7B9}"/>
          </ac:spMkLst>
        </pc:spChg>
        <pc:spChg chg="mod ord">
          <ac:chgData name="Leiter, Tristan Kilian" userId="aff616bd-4ba4-4d5a-a6ae-24fbc901fafd" providerId="ADAL" clId="{D292643D-2054-4A69-9325-26675E8D7072}" dt="2025-11-24T19:10:31.768" v="46629" actId="700"/>
          <ac:spMkLst>
            <pc:docMk/>
            <pc:sldMk cId="3347103952" sldId="3612"/>
            <ac:spMk id="3" creationId="{52E2061B-B5D5-4250-EB6C-517B7C8E409D}"/>
          </ac:spMkLst>
        </pc:spChg>
        <pc:spChg chg="mod">
          <ac:chgData name="Leiter, Tristan Kilian" userId="aff616bd-4ba4-4d5a-a6ae-24fbc901fafd" providerId="ADAL" clId="{D292643D-2054-4A69-9325-26675E8D7072}" dt="2025-11-24T19:09:19.256" v="46554" actId="14100"/>
          <ac:spMkLst>
            <pc:docMk/>
            <pc:sldMk cId="3347103952" sldId="3612"/>
            <ac:spMk id="5" creationId="{5721D392-E376-655D-B4B3-6B61761E1F23}"/>
          </ac:spMkLst>
        </pc:spChg>
        <pc:spChg chg="mod">
          <ac:chgData name="Leiter, Tristan Kilian" userId="aff616bd-4ba4-4d5a-a6ae-24fbc901fafd" providerId="ADAL" clId="{D292643D-2054-4A69-9325-26675E8D7072}" dt="2025-11-24T18:58:15.403" v="46149"/>
          <ac:spMkLst>
            <pc:docMk/>
            <pc:sldMk cId="3347103952" sldId="3612"/>
            <ac:spMk id="6" creationId="{F574403D-7CCE-F0C1-5EAD-4D0F74D445D0}"/>
          </ac:spMkLst>
        </pc:spChg>
        <pc:spChg chg="mod">
          <ac:chgData name="Leiter, Tristan Kilian" userId="aff616bd-4ba4-4d5a-a6ae-24fbc901fafd" providerId="ADAL" clId="{D292643D-2054-4A69-9325-26675E8D7072}" dt="2025-11-24T18:58:24.297" v="46191" actId="1038"/>
          <ac:spMkLst>
            <pc:docMk/>
            <pc:sldMk cId="3347103952" sldId="3612"/>
            <ac:spMk id="8" creationId="{6169B755-9B99-6C20-92DF-1C29CF5D4715}"/>
          </ac:spMkLst>
        </pc:spChg>
        <pc:spChg chg="mod">
          <ac:chgData name="Leiter, Tristan Kilian" userId="aff616bd-4ba4-4d5a-a6ae-24fbc901fafd" providerId="ADAL" clId="{D292643D-2054-4A69-9325-26675E8D7072}" dt="2025-11-24T18:58:48.442" v="46237" actId="20577"/>
          <ac:spMkLst>
            <pc:docMk/>
            <pc:sldMk cId="3347103952" sldId="3612"/>
            <ac:spMk id="9" creationId="{D65BF66D-2751-72E6-C78C-B98AD9F3D95D}"/>
          </ac:spMkLst>
        </pc:spChg>
        <pc:spChg chg="mod">
          <ac:chgData name="Leiter, Tristan Kilian" userId="aff616bd-4ba4-4d5a-a6ae-24fbc901fafd" providerId="ADAL" clId="{D292643D-2054-4A69-9325-26675E8D7072}" dt="2025-11-24T19:09:09.893" v="46541" actId="20577"/>
          <ac:spMkLst>
            <pc:docMk/>
            <pc:sldMk cId="3347103952" sldId="3612"/>
            <ac:spMk id="12" creationId="{3A64977E-8FA7-DD77-446A-2969C179763C}"/>
          </ac:spMkLst>
        </pc:spChg>
        <pc:spChg chg="mod">
          <ac:chgData name="Leiter, Tristan Kilian" userId="aff616bd-4ba4-4d5a-a6ae-24fbc901fafd" providerId="ADAL" clId="{D292643D-2054-4A69-9325-26675E8D7072}" dt="2025-11-24T19:10:02.425" v="46626" actId="20577"/>
          <ac:spMkLst>
            <pc:docMk/>
            <pc:sldMk cId="3347103952" sldId="3612"/>
            <ac:spMk id="14" creationId="{D19EE1C4-CE20-A287-4961-9B5FBF669589}"/>
          </ac:spMkLst>
        </pc:spChg>
        <pc:grpChg chg="add mod ord">
          <ac:chgData name="Leiter, Tristan Kilian" userId="aff616bd-4ba4-4d5a-a6ae-24fbc901fafd" providerId="ADAL" clId="{D292643D-2054-4A69-9325-26675E8D7072}" dt="2025-11-24T18:58:29.128" v="46192" actId="167"/>
          <ac:grpSpMkLst>
            <pc:docMk/>
            <pc:sldMk cId="3347103952" sldId="3612"/>
            <ac:grpSpMk id="4" creationId="{2DE66B5E-89C7-E2D0-18CA-5EDFDD4C6F17}"/>
          </ac:grpSpMkLst>
        </pc:grpChg>
        <pc:cxnChg chg="mod">
          <ac:chgData name="Leiter, Tristan Kilian" userId="aff616bd-4ba4-4d5a-a6ae-24fbc901fafd" providerId="ADAL" clId="{D292643D-2054-4A69-9325-26675E8D7072}" dt="2025-11-24T18:58:15.403" v="46149"/>
          <ac:cxnSpMkLst>
            <pc:docMk/>
            <pc:sldMk cId="3347103952" sldId="3612"/>
            <ac:cxnSpMk id="7" creationId="{9EC03AB0-DDC7-12A7-8371-91EBF987EED5}"/>
          </ac:cxnSpMkLst>
        </pc:cxnChg>
      </pc:sldChg>
      <pc:sldChg chg="addSp delSp modSp add mod">
        <pc:chgData name="Leiter, Tristan Kilian" userId="aff616bd-4ba4-4d5a-a6ae-24fbc901fafd" providerId="ADAL" clId="{D292643D-2054-4A69-9325-26675E8D7072}" dt="2025-11-26T10:40:04.248" v="46885" actId="113"/>
        <pc:sldMkLst>
          <pc:docMk/>
          <pc:sldMk cId="3591470799" sldId="3613"/>
        </pc:sldMkLst>
        <pc:spChg chg="mod">
          <ac:chgData name="Leiter, Tristan Kilian" userId="aff616bd-4ba4-4d5a-a6ae-24fbc901fafd" providerId="ADAL" clId="{D292643D-2054-4A69-9325-26675E8D7072}" dt="2025-11-26T10:40:04.248" v="46885" actId="113"/>
          <ac:spMkLst>
            <pc:docMk/>
            <pc:sldMk cId="3591470799" sldId="3613"/>
            <ac:spMk id="9" creationId="{6430819D-7990-0077-5734-7EE84F292640}"/>
          </ac:spMkLst>
        </pc:spChg>
        <pc:spChg chg="mod">
          <ac:chgData name="Leiter, Tristan Kilian" userId="aff616bd-4ba4-4d5a-a6ae-24fbc901fafd" providerId="ADAL" clId="{D292643D-2054-4A69-9325-26675E8D7072}" dt="2025-11-26T10:32:45.449" v="46711" actId="1035"/>
          <ac:spMkLst>
            <pc:docMk/>
            <pc:sldMk cId="3591470799" sldId="3613"/>
            <ac:spMk id="11" creationId="{0A228810-6477-8829-7858-B31A5AB01EA3}"/>
          </ac:spMkLst>
        </pc:spChg>
        <pc:picChg chg="del">
          <ac:chgData name="Leiter, Tristan Kilian" userId="aff616bd-4ba4-4d5a-a6ae-24fbc901fafd" providerId="ADAL" clId="{D292643D-2054-4A69-9325-26675E8D7072}" dt="2025-11-26T10:32:21.108" v="46665" actId="478"/>
          <ac:picMkLst>
            <pc:docMk/>
            <pc:sldMk cId="3591470799" sldId="3613"/>
            <ac:picMk id="4" creationId="{A9D24C55-FB74-C63C-1CB8-407623190533}"/>
          </ac:picMkLst>
        </pc:picChg>
        <pc:picChg chg="add del mod ord">
          <ac:chgData name="Leiter, Tristan Kilian" userId="aff616bd-4ba4-4d5a-a6ae-24fbc901fafd" providerId="ADAL" clId="{D292643D-2054-4A69-9325-26675E8D7072}" dt="2025-11-26T10:33:20.826" v="46715" actId="478"/>
          <ac:picMkLst>
            <pc:docMk/>
            <pc:sldMk cId="3591470799" sldId="3613"/>
            <ac:picMk id="13" creationId="{53B2E0DC-8863-C9B5-9840-C516788F9025}"/>
          </ac:picMkLst>
        </pc:picChg>
        <pc:picChg chg="add mod ord">
          <ac:chgData name="Leiter, Tristan Kilian" userId="aff616bd-4ba4-4d5a-a6ae-24fbc901fafd" providerId="ADAL" clId="{D292643D-2054-4A69-9325-26675E8D7072}" dt="2025-11-26T10:33:20.156" v="46714" actId="167"/>
          <ac:picMkLst>
            <pc:docMk/>
            <pc:sldMk cId="3591470799" sldId="3613"/>
            <ac:picMk id="15" creationId="{ADB3BC59-DF4C-DFF4-95A4-AAC7D568F1AD}"/>
          </ac:picMkLst>
        </pc:picChg>
      </pc:sldChg>
      <pc:sldChg chg="modSp add mod">
        <pc:chgData name="Leiter, Tristan Kilian" userId="aff616bd-4ba4-4d5a-a6ae-24fbc901fafd" providerId="ADAL" clId="{D292643D-2054-4A69-9325-26675E8D7072}" dt="2025-11-26T10:36:47.068" v="46814" actId="20577"/>
        <pc:sldMkLst>
          <pc:docMk/>
          <pc:sldMk cId="524948076" sldId="3614"/>
        </pc:sldMkLst>
        <pc:graphicFrameChg chg="modGraphic">
          <ac:chgData name="Leiter, Tristan Kilian" userId="aff616bd-4ba4-4d5a-a6ae-24fbc901fafd" providerId="ADAL" clId="{D292643D-2054-4A69-9325-26675E8D7072}" dt="2025-11-26T10:36:47.068" v="46814" actId="20577"/>
          <ac:graphicFrameMkLst>
            <pc:docMk/>
            <pc:sldMk cId="524948076" sldId="3614"/>
            <ac:graphicFrameMk id="4" creationId="{837A63C5-946E-778E-FC89-FF62130F0DB2}"/>
          </ac:graphicFrameMkLst>
        </pc:graphicFrameChg>
      </pc:sldChg>
      <pc:sldChg chg="modSp add del mod">
        <pc:chgData name="Leiter, Tristan Kilian" userId="aff616bd-4ba4-4d5a-a6ae-24fbc901fafd" providerId="ADAL" clId="{D292643D-2054-4A69-9325-26675E8D7072}" dt="2025-11-26T10:37:59.253" v="46837" actId="47"/>
        <pc:sldMkLst>
          <pc:docMk/>
          <pc:sldMk cId="1602445451" sldId="3615"/>
        </pc:sldMkLst>
        <pc:graphicFrameChg chg="modGraphic">
          <ac:chgData name="Leiter, Tristan Kilian" userId="aff616bd-4ba4-4d5a-a6ae-24fbc901fafd" providerId="ADAL" clId="{D292643D-2054-4A69-9325-26675E8D7072}" dt="2025-11-26T10:37:45.926" v="46836" actId="20577"/>
          <ac:graphicFrameMkLst>
            <pc:docMk/>
            <pc:sldMk cId="1602445451" sldId="3615"/>
            <ac:graphicFrameMk id="4" creationId="{935D1D41-F2D0-63F8-3741-578F806E736A}"/>
          </ac:graphicFrameMkLst>
        </pc:graphicFrameChg>
      </pc:sldChg>
      <pc:sldMasterChg chg="modSldLayout">
        <pc:chgData name="Leiter, Tristan Kilian" userId="aff616bd-4ba4-4d5a-a6ae-24fbc901fafd" providerId="ADAL" clId="{D292643D-2054-4A69-9325-26675E8D7072}" dt="2025-11-21T20:20:23.222" v="26613" actId="735"/>
        <pc:sldMasterMkLst>
          <pc:docMk/>
          <pc:sldMasterMk cId="725776032" sldId="2147483648"/>
        </pc:sldMasterMkLst>
        <pc:sldLayoutChg chg="modSp">
          <pc:chgData name="Leiter, Tristan Kilian" userId="aff616bd-4ba4-4d5a-a6ae-24fbc901fafd" providerId="ADAL" clId="{D292643D-2054-4A69-9325-26675E8D7072}" dt="2025-11-21T20:20:21.300" v="26612" actId="735"/>
          <pc:sldLayoutMkLst>
            <pc:docMk/>
            <pc:sldMasterMk cId="725776032" sldId="2147483648"/>
            <pc:sldLayoutMk cId="616104364" sldId="2147483649"/>
          </pc:sldLayoutMkLst>
        </pc:sldLayoutChg>
        <pc:sldLayoutChg chg="modSp">
          <pc:chgData name="Leiter, Tristan Kilian" userId="aff616bd-4ba4-4d5a-a6ae-24fbc901fafd" providerId="ADAL" clId="{D292643D-2054-4A69-9325-26675E8D7072}" dt="2025-11-21T20:20:19.992" v="26611" actId="735"/>
          <pc:sldLayoutMkLst>
            <pc:docMk/>
            <pc:sldMasterMk cId="725776032" sldId="2147483648"/>
            <pc:sldLayoutMk cId="2386955706" sldId="2147483652"/>
          </pc:sldLayoutMkLst>
        </pc:sldLayoutChg>
        <pc:sldLayoutChg chg="modSp">
          <pc:chgData name="Leiter, Tristan Kilian" userId="aff616bd-4ba4-4d5a-a6ae-24fbc901fafd" providerId="ADAL" clId="{D292643D-2054-4A69-9325-26675E8D7072}" dt="2025-11-21T20:20:23.222" v="26613" actId="735"/>
          <pc:sldLayoutMkLst>
            <pc:docMk/>
            <pc:sldMasterMk cId="725776032" sldId="2147483648"/>
            <pc:sldLayoutMk cId="2287533594" sldId="2147483653"/>
          </pc:sldLayoutMkLst>
        </pc:sldLayoutChg>
        <pc:sldLayoutChg chg="modSp">
          <pc:chgData name="Leiter, Tristan Kilian" userId="aff616bd-4ba4-4d5a-a6ae-24fbc901fafd" providerId="ADAL" clId="{D292643D-2054-4A69-9325-26675E8D7072}" dt="2025-11-14T20:24:47.515" v="31" actId="735"/>
          <pc:sldLayoutMkLst>
            <pc:docMk/>
            <pc:sldMasterMk cId="725776032" sldId="2147483648"/>
            <pc:sldLayoutMk cId="3243504665" sldId="2147483655"/>
          </pc:sldLayoutMkLst>
        </pc:sldLayoutChg>
        <pc:sldLayoutChg chg="modSp">
          <pc:chgData name="Leiter, Tristan Kilian" userId="aff616bd-4ba4-4d5a-a6ae-24fbc901fafd" providerId="ADAL" clId="{D292643D-2054-4A69-9325-26675E8D7072}" dt="2025-11-14T20:24:49.229" v="32" actId="735"/>
          <pc:sldLayoutMkLst>
            <pc:docMk/>
            <pc:sldMasterMk cId="725776032" sldId="2147483648"/>
            <pc:sldLayoutMk cId="1295405754" sldId="2147483656"/>
          </pc:sldLayoutMkLst>
        </pc:sldLayoutChg>
        <pc:sldLayoutChg chg="modSp">
          <pc:chgData name="Leiter, Tristan Kilian" userId="aff616bd-4ba4-4d5a-a6ae-24fbc901fafd" providerId="ADAL" clId="{D292643D-2054-4A69-9325-26675E8D7072}" dt="2025-11-14T20:24:55.717" v="33" actId="735"/>
          <pc:sldLayoutMkLst>
            <pc:docMk/>
            <pc:sldMasterMk cId="725776032" sldId="2147483648"/>
            <pc:sldLayoutMk cId="1776150982" sldId="2147483659"/>
          </pc:sldLayoutMkLst>
        </pc:sldLayoutChg>
      </pc:sldMasterChg>
      <pc:sldMasterChg chg="modSldLayout sldLayoutOrd">
        <pc:chgData name="Leiter, Tristan Kilian" userId="aff616bd-4ba4-4d5a-a6ae-24fbc901fafd" providerId="ADAL" clId="{D292643D-2054-4A69-9325-26675E8D7072}" dt="2025-11-21T20:21:43.773" v="26630" actId="403"/>
        <pc:sldMasterMkLst>
          <pc:docMk/>
          <pc:sldMasterMk cId="1874261132" sldId="2147483660"/>
        </pc:sldMasterMkLst>
        <pc:sldLayoutChg chg="addSp modSp mod">
          <pc:chgData name="Leiter, Tristan Kilian" userId="aff616bd-4ba4-4d5a-a6ae-24fbc901fafd" providerId="ADAL" clId="{D292643D-2054-4A69-9325-26675E8D7072}" dt="2025-11-21T20:20:57.251" v="26618" actId="1076"/>
          <pc:sldLayoutMkLst>
            <pc:docMk/>
            <pc:sldMasterMk cId="1874261132" sldId="2147483660"/>
            <pc:sldLayoutMk cId="4143137159" sldId="2147483662"/>
          </pc:sldLayoutMkLst>
          <pc:spChg chg="add mod">
            <ac:chgData name="Leiter, Tristan Kilian" userId="aff616bd-4ba4-4d5a-a6ae-24fbc901fafd" providerId="ADAL" clId="{D292643D-2054-4A69-9325-26675E8D7072}" dt="2025-11-21T17:34:17.764" v="19259" actId="20577"/>
            <ac:spMkLst>
              <pc:docMk/>
              <pc:sldMasterMk cId="1874261132" sldId="2147483660"/>
              <pc:sldLayoutMk cId="4143137159" sldId="2147483662"/>
              <ac:spMk id="2" creationId="{D45BA297-CA23-A858-C28E-7717AB5D4DDD}"/>
            </ac:spMkLst>
          </pc:spChg>
          <pc:spChg chg="mod">
            <ac:chgData name="Leiter, Tristan Kilian" userId="aff616bd-4ba4-4d5a-a6ae-24fbc901fafd" providerId="ADAL" clId="{D292643D-2054-4A69-9325-26675E8D7072}" dt="2025-11-21T20:20:10.665" v="26610" actId="108"/>
            <ac:spMkLst>
              <pc:docMk/>
              <pc:sldMasterMk cId="1874261132" sldId="2147483660"/>
              <pc:sldLayoutMk cId="4143137159" sldId="2147483662"/>
              <ac:spMk id="5" creationId="{39E1E35D-4142-2B59-D9FE-8988D0ECEB2E}"/>
            </ac:spMkLst>
          </pc:spChg>
          <pc:spChg chg="add mod">
            <ac:chgData name="Leiter, Tristan Kilian" userId="aff616bd-4ba4-4d5a-a6ae-24fbc901fafd" providerId="ADAL" clId="{D292643D-2054-4A69-9325-26675E8D7072}" dt="2025-11-14T20:28:15.478" v="301" actId="12789"/>
            <ac:spMkLst>
              <pc:docMk/>
              <pc:sldMasterMk cId="1874261132" sldId="2147483660"/>
              <pc:sldLayoutMk cId="4143137159" sldId="2147483662"/>
              <ac:spMk id="6" creationId="{E4133362-6022-AE3D-E4E3-FC8F94104CE9}"/>
            </ac:spMkLst>
          </pc:spChg>
          <pc:spChg chg="mod">
            <ac:chgData name="Leiter, Tristan Kilian" userId="aff616bd-4ba4-4d5a-a6ae-24fbc901fafd" providerId="ADAL" clId="{D292643D-2054-4A69-9325-26675E8D7072}" dt="2025-11-21T17:34:44.529" v="19280" actId="20577"/>
            <ac:spMkLst>
              <pc:docMk/>
              <pc:sldMasterMk cId="1874261132" sldId="2147483660"/>
              <pc:sldLayoutMk cId="4143137159" sldId="2147483662"/>
              <ac:spMk id="10" creationId="{5AC6CE27-E116-1B40-B083-752A6B3CFAE0}"/>
            </ac:spMkLst>
          </pc:spChg>
          <pc:spChg chg="mod">
            <ac:chgData name="Leiter, Tristan Kilian" userId="aff616bd-4ba4-4d5a-a6ae-24fbc901fafd" providerId="ADAL" clId="{D292643D-2054-4A69-9325-26675E8D7072}" dt="2025-11-14T20:28:15.478" v="301" actId="12789"/>
            <ac:spMkLst>
              <pc:docMk/>
              <pc:sldMasterMk cId="1874261132" sldId="2147483660"/>
              <pc:sldLayoutMk cId="4143137159" sldId="2147483662"/>
              <ac:spMk id="11" creationId="{EF80BD1A-C0FB-F24D-B091-6018B1D353EA}"/>
            </ac:spMkLst>
          </pc:spChg>
          <pc:spChg chg="mod">
            <ac:chgData name="Leiter, Tristan Kilian" userId="aff616bd-4ba4-4d5a-a6ae-24fbc901fafd" providerId="ADAL" clId="{D292643D-2054-4A69-9325-26675E8D7072}" dt="2025-11-21T20:20:57.251" v="26618" actId="1076"/>
            <ac:spMkLst>
              <pc:docMk/>
              <pc:sldMasterMk cId="1874261132" sldId="2147483660"/>
              <pc:sldLayoutMk cId="4143137159" sldId="2147483662"/>
              <ac:spMk id="13" creationId="{C0D3D432-2E44-C142-ABD2-BDF76D6F55C1}"/>
            </ac:spMkLst>
          </pc:spChg>
          <pc:spChg chg="mod">
            <ac:chgData name="Leiter, Tristan Kilian" userId="aff616bd-4ba4-4d5a-a6ae-24fbc901fafd" providerId="ADAL" clId="{D292643D-2054-4A69-9325-26675E8D7072}" dt="2025-11-21T17:34:39.834" v="19273" actId="20577"/>
            <ac:spMkLst>
              <pc:docMk/>
              <pc:sldMasterMk cId="1874261132" sldId="2147483660"/>
              <pc:sldLayoutMk cId="4143137159" sldId="2147483662"/>
              <ac:spMk id="15" creationId="{9136C9A5-23D2-2D4E-BC8E-4F7A96AE0BFA}"/>
            </ac:spMkLst>
          </pc:spChg>
        </pc:sldLayoutChg>
        <pc:sldLayoutChg chg="addSp delSp modSp mod">
          <pc:chgData name="Leiter, Tristan Kilian" userId="aff616bd-4ba4-4d5a-a6ae-24fbc901fafd" providerId="ADAL" clId="{D292643D-2054-4A69-9325-26675E8D7072}" dt="2025-11-21T20:21:35.690" v="26627" actId="403"/>
          <pc:sldLayoutMkLst>
            <pc:docMk/>
            <pc:sldMasterMk cId="1874261132" sldId="2147483660"/>
            <pc:sldLayoutMk cId="942574668" sldId="2147483663"/>
          </pc:sldLayoutMkLst>
          <pc:spChg chg="add mod">
            <ac:chgData name="Leiter, Tristan Kilian" userId="aff616bd-4ba4-4d5a-a6ae-24fbc901fafd" providerId="ADAL" clId="{D292643D-2054-4A69-9325-26675E8D7072}" dt="2025-11-21T17:34:59.249" v="19283"/>
            <ac:spMkLst>
              <pc:docMk/>
              <pc:sldMasterMk cId="1874261132" sldId="2147483660"/>
              <pc:sldLayoutMk cId="942574668" sldId="2147483663"/>
              <ac:spMk id="6" creationId="{F177D470-C6B8-1722-092A-59B0F271DEDD}"/>
            </ac:spMkLst>
          </pc:spChg>
          <pc:spChg chg="add mod">
            <ac:chgData name="Leiter, Tristan Kilian" userId="aff616bd-4ba4-4d5a-a6ae-24fbc901fafd" providerId="ADAL" clId="{D292643D-2054-4A69-9325-26675E8D7072}" dt="2025-11-21T17:35:04.184" v="19284" actId="108"/>
            <ac:spMkLst>
              <pc:docMk/>
              <pc:sldMasterMk cId="1874261132" sldId="2147483660"/>
              <pc:sldLayoutMk cId="942574668" sldId="2147483663"/>
              <ac:spMk id="7" creationId="{B46FD0A7-9098-ECE1-2F98-510FAE5F20EA}"/>
            </ac:spMkLst>
          </pc:spChg>
          <pc:spChg chg="add mod">
            <ac:chgData name="Leiter, Tristan Kilian" userId="aff616bd-4ba4-4d5a-a6ae-24fbc901fafd" providerId="ADAL" clId="{D292643D-2054-4A69-9325-26675E8D7072}" dt="2025-11-21T17:34:59.249" v="19283"/>
            <ac:spMkLst>
              <pc:docMk/>
              <pc:sldMasterMk cId="1874261132" sldId="2147483660"/>
              <pc:sldLayoutMk cId="942574668" sldId="2147483663"/>
              <ac:spMk id="8" creationId="{A00911DC-1112-B245-CF60-D95964743D14}"/>
            </ac:spMkLst>
          </pc:spChg>
          <pc:spChg chg="add mod">
            <ac:chgData name="Leiter, Tristan Kilian" userId="aff616bd-4ba4-4d5a-a6ae-24fbc901fafd" providerId="ADAL" clId="{D292643D-2054-4A69-9325-26675E8D7072}" dt="2025-11-21T17:35:07.574" v="19285" actId="108"/>
            <ac:spMkLst>
              <pc:docMk/>
              <pc:sldMasterMk cId="1874261132" sldId="2147483660"/>
              <pc:sldLayoutMk cId="942574668" sldId="2147483663"/>
              <ac:spMk id="11" creationId="{180F0B39-83CE-0BAD-FAF3-127A379B9D6B}"/>
            </ac:spMkLst>
          </pc:spChg>
          <pc:spChg chg="add mod">
            <ac:chgData name="Leiter, Tristan Kilian" userId="aff616bd-4ba4-4d5a-a6ae-24fbc901fafd" providerId="ADAL" clId="{D292643D-2054-4A69-9325-26675E8D7072}" dt="2025-11-21T17:34:59.249" v="19283"/>
            <ac:spMkLst>
              <pc:docMk/>
              <pc:sldMasterMk cId="1874261132" sldId="2147483660"/>
              <pc:sldLayoutMk cId="942574668" sldId="2147483663"/>
              <ac:spMk id="12" creationId="{A90E10A1-BC21-CA78-2B6C-569D0440EEC0}"/>
            </ac:spMkLst>
          </pc:spChg>
          <pc:spChg chg="add mod">
            <ac:chgData name="Leiter, Tristan Kilian" userId="aff616bd-4ba4-4d5a-a6ae-24fbc901fafd" providerId="ADAL" clId="{D292643D-2054-4A69-9325-26675E8D7072}" dt="2025-11-21T20:19:14.378" v="26603" actId="1076"/>
            <ac:spMkLst>
              <pc:docMk/>
              <pc:sldMasterMk cId="1874261132" sldId="2147483660"/>
              <pc:sldLayoutMk cId="942574668" sldId="2147483663"/>
              <ac:spMk id="13" creationId="{9CF43221-9FE8-6FE3-A53A-7480419B6768}"/>
            </ac:spMkLst>
          </pc:spChg>
          <pc:spChg chg="mod">
            <ac:chgData name="Leiter, Tristan Kilian" userId="aff616bd-4ba4-4d5a-a6ae-24fbc901fafd" providerId="ADAL" clId="{D292643D-2054-4A69-9325-26675E8D7072}" dt="2025-11-21T20:21:35.690" v="26627" actId="403"/>
            <ac:spMkLst>
              <pc:docMk/>
              <pc:sldMasterMk cId="1874261132" sldId="2147483660"/>
              <pc:sldLayoutMk cId="942574668" sldId="2147483663"/>
              <ac:spMk id="17" creationId="{EE485DBB-5909-FBC4-6988-396C1C8C70A6}"/>
            </ac:spMkLst>
          </pc:spChg>
        </pc:sldLayoutChg>
        <pc:sldLayoutChg chg="addSp delSp modSp mod">
          <pc:chgData name="Leiter, Tristan Kilian" userId="aff616bd-4ba4-4d5a-a6ae-24fbc901fafd" providerId="ADAL" clId="{D292643D-2054-4A69-9325-26675E8D7072}" dt="2025-11-21T20:21:38.576" v="26628" actId="403"/>
          <pc:sldLayoutMkLst>
            <pc:docMk/>
            <pc:sldMasterMk cId="1874261132" sldId="2147483660"/>
            <pc:sldLayoutMk cId="1392367858" sldId="2147483664"/>
          </pc:sldLayoutMkLst>
          <pc:spChg chg="add mod">
            <ac:chgData name="Leiter, Tristan Kilian" userId="aff616bd-4ba4-4d5a-a6ae-24fbc901fafd" providerId="ADAL" clId="{D292643D-2054-4A69-9325-26675E8D7072}" dt="2025-11-21T17:35:24.761" v="19290" actId="108"/>
            <ac:spMkLst>
              <pc:docMk/>
              <pc:sldMasterMk cId="1874261132" sldId="2147483660"/>
              <pc:sldLayoutMk cId="1392367858" sldId="2147483664"/>
              <ac:spMk id="8" creationId="{B2576DB2-5DC8-B4BA-2A43-C13E37667BD5}"/>
            </ac:spMkLst>
          </pc:spChg>
          <pc:spChg chg="add mod">
            <ac:chgData name="Leiter, Tristan Kilian" userId="aff616bd-4ba4-4d5a-a6ae-24fbc901fafd" providerId="ADAL" clId="{D292643D-2054-4A69-9325-26675E8D7072}" dt="2025-11-21T17:35:13.553" v="19287"/>
            <ac:spMkLst>
              <pc:docMk/>
              <pc:sldMasterMk cId="1874261132" sldId="2147483660"/>
              <pc:sldLayoutMk cId="1392367858" sldId="2147483664"/>
              <ac:spMk id="9" creationId="{37FAEFAA-ED3B-FECF-65A9-95C7621D5A04}"/>
            </ac:spMkLst>
          </pc:spChg>
          <pc:spChg chg="add mod">
            <ac:chgData name="Leiter, Tristan Kilian" userId="aff616bd-4ba4-4d5a-a6ae-24fbc901fafd" providerId="ADAL" clId="{D292643D-2054-4A69-9325-26675E8D7072}" dt="2025-11-21T17:35:13.553" v="19287"/>
            <ac:spMkLst>
              <pc:docMk/>
              <pc:sldMasterMk cId="1874261132" sldId="2147483660"/>
              <pc:sldLayoutMk cId="1392367858" sldId="2147483664"/>
              <ac:spMk id="10" creationId="{32AB78CA-BC0B-BDD5-9DB9-4C6EE51C09F9}"/>
            </ac:spMkLst>
          </pc:spChg>
          <pc:spChg chg="add mod">
            <ac:chgData name="Leiter, Tristan Kilian" userId="aff616bd-4ba4-4d5a-a6ae-24fbc901fafd" providerId="ADAL" clId="{D292643D-2054-4A69-9325-26675E8D7072}" dt="2025-11-21T17:35:17.551" v="19288" actId="108"/>
            <ac:spMkLst>
              <pc:docMk/>
              <pc:sldMasterMk cId="1874261132" sldId="2147483660"/>
              <pc:sldLayoutMk cId="1392367858" sldId="2147483664"/>
              <ac:spMk id="11" creationId="{70A3D9F4-62F4-1DC4-DC68-85EADD4BFCAB}"/>
            </ac:spMkLst>
          </pc:spChg>
          <pc:spChg chg="add mod">
            <ac:chgData name="Leiter, Tristan Kilian" userId="aff616bd-4ba4-4d5a-a6ae-24fbc901fafd" providerId="ADAL" clId="{D292643D-2054-4A69-9325-26675E8D7072}" dt="2025-11-21T17:35:46.449" v="19294"/>
            <ac:spMkLst>
              <pc:docMk/>
              <pc:sldMasterMk cId="1874261132" sldId="2147483660"/>
              <pc:sldLayoutMk cId="1392367858" sldId="2147483664"/>
              <ac:spMk id="12" creationId="{A1B1BB18-59BB-973E-85AA-D0AA5F4AD7CC}"/>
            </ac:spMkLst>
          </pc:spChg>
          <pc:spChg chg="add mod">
            <ac:chgData name="Leiter, Tristan Kilian" userId="aff616bd-4ba4-4d5a-a6ae-24fbc901fafd" providerId="ADAL" clId="{D292643D-2054-4A69-9325-26675E8D7072}" dt="2025-11-21T20:19:06.879" v="26601" actId="1076"/>
            <ac:spMkLst>
              <pc:docMk/>
              <pc:sldMasterMk cId="1874261132" sldId="2147483660"/>
              <pc:sldLayoutMk cId="1392367858" sldId="2147483664"/>
              <ac:spMk id="13" creationId="{008D7E26-860F-89B8-A67B-77EF7AEB12D8}"/>
            </ac:spMkLst>
          </pc:spChg>
          <pc:spChg chg="mod">
            <ac:chgData name="Leiter, Tristan Kilian" userId="aff616bd-4ba4-4d5a-a6ae-24fbc901fafd" providerId="ADAL" clId="{D292643D-2054-4A69-9325-26675E8D7072}" dt="2025-11-21T20:21:38.576" v="26628" actId="403"/>
            <ac:spMkLst>
              <pc:docMk/>
              <pc:sldMasterMk cId="1874261132" sldId="2147483660"/>
              <pc:sldLayoutMk cId="1392367858" sldId="2147483664"/>
              <ac:spMk id="24" creationId="{7451F2D6-DFE7-C54B-20BC-AE0EE6F99A2E}"/>
            </ac:spMkLst>
          </pc:spChg>
        </pc:sldLayoutChg>
        <pc:sldLayoutChg chg="ord">
          <pc:chgData name="Leiter, Tristan Kilian" userId="aff616bd-4ba4-4d5a-a6ae-24fbc901fafd" providerId="ADAL" clId="{D292643D-2054-4A69-9325-26675E8D7072}" dt="2025-11-21T17:35:34.071" v="19293" actId="20578"/>
          <pc:sldLayoutMkLst>
            <pc:docMk/>
            <pc:sldMasterMk cId="1874261132" sldId="2147483660"/>
            <pc:sldLayoutMk cId="2196113687" sldId="2147483669"/>
          </pc:sldLayoutMkLst>
        </pc:sldLayoutChg>
        <pc:sldLayoutChg chg="addSp delSp modSp mod">
          <pc:chgData name="Leiter, Tristan Kilian" userId="aff616bd-4ba4-4d5a-a6ae-24fbc901fafd" providerId="ADAL" clId="{D292643D-2054-4A69-9325-26675E8D7072}" dt="2025-11-21T20:21:41.058" v="26629" actId="403"/>
          <pc:sldLayoutMkLst>
            <pc:docMk/>
            <pc:sldMasterMk cId="1874261132" sldId="2147483660"/>
            <pc:sldLayoutMk cId="4124126429" sldId="2147483670"/>
          </pc:sldLayoutMkLst>
          <pc:spChg chg="add mod">
            <ac:chgData name="Leiter, Tristan Kilian" userId="aff616bd-4ba4-4d5a-a6ae-24fbc901fafd" providerId="ADAL" clId="{D292643D-2054-4A69-9325-26675E8D7072}" dt="2025-11-21T17:35:58.433" v="19297"/>
            <ac:spMkLst>
              <pc:docMk/>
              <pc:sldMasterMk cId="1874261132" sldId="2147483660"/>
              <pc:sldLayoutMk cId="4124126429" sldId="2147483670"/>
              <ac:spMk id="7" creationId="{CDBFFDC4-6537-AC0F-22DC-1470476CFDB0}"/>
            </ac:spMkLst>
          </pc:spChg>
          <pc:spChg chg="add mod">
            <ac:chgData name="Leiter, Tristan Kilian" userId="aff616bd-4ba4-4d5a-a6ae-24fbc901fafd" providerId="ADAL" clId="{D292643D-2054-4A69-9325-26675E8D7072}" dt="2025-11-21T17:36:04.626" v="19299" actId="108"/>
            <ac:spMkLst>
              <pc:docMk/>
              <pc:sldMasterMk cId="1874261132" sldId="2147483660"/>
              <pc:sldLayoutMk cId="4124126429" sldId="2147483670"/>
              <ac:spMk id="8" creationId="{E06FB0DB-D2F1-3247-6755-4CB9CC5441FA}"/>
            </ac:spMkLst>
          </pc:spChg>
          <pc:spChg chg="add mod">
            <ac:chgData name="Leiter, Tristan Kilian" userId="aff616bd-4ba4-4d5a-a6ae-24fbc901fafd" providerId="ADAL" clId="{D292643D-2054-4A69-9325-26675E8D7072}" dt="2025-11-21T17:35:58.433" v="19297"/>
            <ac:spMkLst>
              <pc:docMk/>
              <pc:sldMasterMk cId="1874261132" sldId="2147483660"/>
              <pc:sldLayoutMk cId="4124126429" sldId="2147483670"/>
              <ac:spMk id="9" creationId="{CE844523-41DB-22A8-F1D6-1C8732C27566}"/>
            </ac:spMkLst>
          </pc:spChg>
          <pc:spChg chg="add mod">
            <ac:chgData name="Leiter, Tristan Kilian" userId="aff616bd-4ba4-4d5a-a6ae-24fbc901fafd" providerId="ADAL" clId="{D292643D-2054-4A69-9325-26675E8D7072}" dt="2025-11-21T17:36:13.449" v="19302" actId="108"/>
            <ac:spMkLst>
              <pc:docMk/>
              <pc:sldMasterMk cId="1874261132" sldId="2147483660"/>
              <pc:sldLayoutMk cId="4124126429" sldId="2147483670"/>
              <ac:spMk id="10" creationId="{01CC6772-CA25-DC03-DEB9-8BB5946AFC52}"/>
            </ac:spMkLst>
          </pc:spChg>
          <pc:spChg chg="add mod">
            <ac:chgData name="Leiter, Tristan Kilian" userId="aff616bd-4ba4-4d5a-a6ae-24fbc901fafd" providerId="ADAL" clId="{D292643D-2054-4A69-9325-26675E8D7072}" dt="2025-11-21T17:35:58.433" v="19297"/>
            <ac:spMkLst>
              <pc:docMk/>
              <pc:sldMasterMk cId="1874261132" sldId="2147483660"/>
              <pc:sldLayoutMk cId="4124126429" sldId="2147483670"/>
              <ac:spMk id="11" creationId="{CF8BA9EA-2105-A29D-6523-BC17B7F035F4}"/>
            </ac:spMkLst>
          </pc:spChg>
          <pc:spChg chg="mod">
            <ac:chgData name="Leiter, Tristan Kilian" userId="aff616bd-4ba4-4d5a-a6ae-24fbc901fafd" providerId="ADAL" clId="{D292643D-2054-4A69-9325-26675E8D7072}" dt="2025-11-21T20:19:31.749" v="26607" actId="1076"/>
            <ac:spMkLst>
              <pc:docMk/>
              <pc:sldMasterMk cId="1874261132" sldId="2147483660"/>
              <pc:sldLayoutMk cId="4124126429" sldId="2147483670"/>
              <ac:spMk id="23" creationId="{87CD60A7-F3CB-0ECB-7B7C-4C5BF37B469C}"/>
            </ac:spMkLst>
          </pc:spChg>
          <pc:spChg chg="mod">
            <ac:chgData name="Leiter, Tristan Kilian" userId="aff616bd-4ba4-4d5a-a6ae-24fbc901fafd" providerId="ADAL" clId="{D292643D-2054-4A69-9325-26675E8D7072}" dt="2025-11-21T20:21:41.058" v="26629" actId="403"/>
            <ac:spMkLst>
              <pc:docMk/>
              <pc:sldMasterMk cId="1874261132" sldId="2147483660"/>
              <pc:sldLayoutMk cId="4124126429" sldId="2147483670"/>
              <ac:spMk id="24" creationId="{7451F2D6-DFE7-C54B-20BC-AE0EE6F99A2E}"/>
            </ac:spMkLst>
          </pc:spChg>
        </pc:sldLayoutChg>
        <pc:sldLayoutChg chg="addSp delSp modSp mod">
          <pc:chgData name="Leiter, Tristan Kilian" userId="aff616bd-4ba4-4d5a-a6ae-24fbc901fafd" providerId="ADAL" clId="{D292643D-2054-4A69-9325-26675E8D7072}" dt="2025-11-21T20:21:43.773" v="26630" actId="403"/>
          <pc:sldLayoutMkLst>
            <pc:docMk/>
            <pc:sldMasterMk cId="1874261132" sldId="2147483660"/>
            <pc:sldLayoutMk cId="1358174008" sldId="2147483671"/>
          </pc:sldLayoutMkLst>
          <pc:spChg chg="add mod">
            <ac:chgData name="Leiter, Tristan Kilian" userId="aff616bd-4ba4-4d5a-a6ae-24fbc901fafd" providerId="ADAL" clId="{D292643D-2054-4A69-9325-26675E8D7072}" dt="2025-11-21T17:36:24.782" v="19306"/>
            <ac:spMkLst>
              <pc:docMk/>
              <pc:sldMasterMk cId="1874261132" sldId="2147483660"/>
              <pc:sldLayoutMk cId="1358174008" sldId="2147483671"/>
              <ac:spMk id="7" creationId="{C7CF09B8-2467-2EA8-113E-87162EEBDFCD}"/>
            </ac:spMkLst>
          </pc:spChg>
          <pc:spChg chg="add mod">
            <ac:chgData name="Leiter, Tristan Kilian" userId="aff616bd-4ba4-4d5a-a6ae-24fbc901fafd" providerId="ADAL" clId="{D292643D-2054-4A69-9325-26675E8D7072}" dt="2025-11-21T17:36:33.554" v="19308" actId="108"/>
            <ac:spMkLst>
              <pc:docMk/>
              <pc:sldMasterMk cId="1874261132" sldId="2147483660"/>
              <pc:sldLayoutMk cId="1358174008" sldId="2147483671"/>
              <ac:spMk id="8" creationId="{21FCC9C5-1912-E33B-97C9-CC5EF5DDADA5}"/>
            </ac:spMkLst>
          </pc:spChg>
          <pc:spChg chg="add mod">
            <ac:chgData name="Leiter, Tristan Kilian" userId="aff616bd-4ba4-4d5a-a6ae-24fbc901fafd" providerId="ADAL" clId="{D292643D-2054-4A69-9325-26675E8D7072}" dt="2025-11-21T17:36:24.782" v="19306"/>
            <ac:spMkLst>
              <pc:docMk/>
              <pc:sldMasterMk cId="1874261132" sldId="2147483660"/>
              <pc:sldLayoutMk cId="1358174008" sldId="2147483671"/>
              <ac:spMk id="9" creationId="{A66507E5-7EC9-E497-F296-9731503EB7F0}"/>
            </ac:spMkLst>
          </pc:spChg>
          <pc:spChg chg="add mod">
            <ac:chgData name="Leiter, Tristan Kilian" userId="aff616bd-4ba4-4d5a-a6ae-24fbc901fafd" providerId="ADAL" clId="{D292643D-2054-4A69-9325-26675E8D7072}" dt="2025-11-21T17:36:24.782" v="19306"/>
            <ac:spMkLst>
              <pc:docMk/>
              <pc:sldMasterMk cId="1874261132" sldId="2147483660"/>
              <pc:sldLayoutMk cId="1358174008" sldId="2147483671"/>
              <ac:spMk id="10" creationId="{8FF47934-143F-4403-7133-B24AB962E495}"/>
            </ac:spMkLst>
          </pc:spChg>
          <pc:spChg chg="add mod">
            <ac:chgData name="Leiter, Tristan Kilian" userId="aff616bd-4ba4-4d5a-a6ae-24fbc901fafd" providerId="ADAL" clId="{D292643D-2054-4A69-9325-26675E8D7072}" dt="2025-11-21T17:36:29.399" v="19307" actId="108"/>
            <ac:spMkLst>
              <pc:docMk/>
              <pc:sldMasterMk cId="1874261132" sldId="2147483660"/>
              <pc:sldLayoutMk cId="1358174008" sldId="2147483671"/>
              <ac:spMk id="11" creationId="{A5D5EF8E-C4C1-D5D3-DBBD-0959F062CC6E}"/>
            </ac:spMkLst>
          </pc:spChg>
          <pc:spChg chg="mod">
            <ac:chgData name="Leiter, Tristan Kilian" userId="aff616bd-4ba4-4d5a-a6ae-24fbc901fafd" providerId="ADAL" clId="{D292643D-2054-4A69-9325-26675E8D7072}" dt="2025-11-21T20:19:42.487" v="26609" actId="1076"/>
            <ac:spMkLst>
              <pc:docMk/>
              <pc:sldMasterMk cId="1874261132" sldId="2147483660"/>
              <pc:sldLayoutMk cId="1358174008" sldId="2147483671"/>
              <ac:spMk id="23" creationId="{87CD60A7-F3CB-0ECB-7B7C-4C5BF37B469C}"/>
            </ac:spMkLst>
          </pc:spChg>
          <pc:spChg chg="mod">
            <ac:chgData name="Leiter, Tristan Kilian" userId="aff616bd-4ba4-4d5a-a6ae-24fbc901fafd" providerId="ADAL" clId="{D292643D-2054-4A69-9325-26675E8D7072}" dt="2025-11-21T20:21:43.773" v="26630" actId="403"/>
            <ac:spMkLst>
              <pc:docMk/>
              <pc:sldMasterMk cId="1874261132" sldId="2147483660"/>
              <pc:sldLayoutMk cId="1358174008" sldId="2147483671"/>
              <ac:spMk id="24" creationId="{7451F2D6-DFE7-C54B-20BC-AE0EE6F99A2E}"/>
            </ac:spMkLst>
          </pc:spChg>
        </pc:sldLayoutChg>
        <pc:sldLayoutChg chg="delSp mod ord">
          <pc:chgData name="Leiter, Tristan Kilian" userId="aff616bd-4ba4-4d5a-a6ae-24fbc901fafd" providerId="ADAL" clId="{D292643D-2054-4A69-9325-26675E8D7072}" dt="2025-11-21T17:36:57.325" v="19314" actId="478"/>
          <pc:sldLayoutMkLst>
            <pc:docMk/>
            <pc:sldMasterMk cId="1874261132" sldId="2147483660"/>
            <pc:sldLayoutMk cId="903860761" sldId="2147483672"/>
          </pc:sldLayoutMkLst>
        </pc:sldLayoutChg>
      </pc:sldMasterChg>
    </pc:docChg>
  </pc:docChgLst>
  <pc:docChgLst>
    <pc:chgData name="Iepure, Giulio-Robert" userId="67277953-3767-40ff-8a1a-02d47f4f8f7f" providerId="ADAL" clId="{059C56E9-D8A9-5C3D-A13C-05BE381C40C2}"/>
    <pc:docChg chg="custSel modSld">
      <pc:chgData name="Iepure, Giulio-Robert" userId="67277953-3767-40ff-8a1a-02d47f4f8f7f" providerId="ADAL" clId="{059C56E9-D8A9-5C3D-A13C-05BE381C40C2}" dt="2025-11-16T20:36:46.569" v="69" actId="33524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A0AB4-01FF-448F-B84B-891E58012358}" type="datetimeFigureOut">
              <a:rPr lang="de-CH" smtClean="0"/>
              <a:t>28.11.2025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72F3E-7E2F-46C4-A1D3-F71C3D5CB6D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1260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01D1D-F02D-6D5E-2CDA-D0A8D509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E8379-DFAB-438C-BF46-48A731C3F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5523E-AA51-D983-DAC5-334679827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FAD5D-945C-9DB9-1335-9DF86E3CA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7666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3669D-ADFE-7735-0691-931AF428D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0A9B7-7172-C924-8A3D-758732C05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AD3F3-DE50-5911-86A6-9E26C62DD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5BE43-D62B-18CC-8E30-F3F9F1A8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1162A-5C9D-E81A-EC28-7E2BD052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104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40D5-886F-0ABA-6EF3-D5A28458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52DC-98C6-725A-8DDA-8A52DC400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B94C8-6263-B683-4F5D-56591822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D4C1D-C268-A224-3A9A-25A0DD5D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086E2-2E82-68B8-D299-8400DC66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37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45289-8171-5245-9A65-FF72DF4F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41F75-9BD4-0EC0-08CD-6C1922D9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4B820-7F78-335C-5A50-4ADEE4521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61D7E-D4A0-E861-ACB6-4AF9D052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47C9C-877D-07A2-4C4C-93E69F8D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76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2C13-F3F4-9F44-25E4-895A1101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7E282-5E7A-DDB3-E860-4710B1692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32ECB-21F3-47EB-FE32-3B3EBFAD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5B98D-90CA-DA09-F671-04700281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596ED-589A-A3C9-D89F-770E27F5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619EE-E0E3-5CF8-EE77-E8F2393F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955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0E8E-A3F5-7F1A-F626-8555EE4B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D47EA-52BF-219B-CE3A-D13408BDF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0CCDA-D778-D830-D4C7-6FE54B7F1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B6E22-4870-DEEA-2206-C3EDD0732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00B8A-1832-5ED7-BDCE-37CC53EEF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38B3BD-C54C-96DB-8671-2E7B267D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CEE39-60FB-6427-85B8-E6BDB8704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4916F-98D5-E3B0-0976-078091C1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533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C7FDD-0945-FBAD-5CE2-C93FE2BD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EA6B9-09A5-3D99-A9F8-01AEA269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191B8-FB61-53D7-BD9E-F2AB6487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B6444-E4E8-E9A0-F752-E4D55511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0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C0AF05-077D-CF1A-A92F-A3D250CB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E17B5-54BA-90EB-6CB1-21045E5F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765A0-55E5-936B-CE63-535844F8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50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1575-526A-480E-0430-5FB86790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2B6D3-6555-8024-0BC5-8366E3776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DBBE0-A9B8-1E7C-B2E5-B3DC526F6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34CE7-27E2-BAD5-4AFA-997B1BC1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618A8-0727-9851-23B2-5B1358F6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31A45-780D-F612-7893-B599C1FA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40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D119-9F36-A132-616B-F959C585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75CA9-FB26-5967-1860-1C470016D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54FDF-D2FD-BBC8-1F3D-F79292354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1BA11-66BE-4595-06EE-0FDDD7E7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35D5D-941A-EEF2-6E7E-00BB685C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15A0A-7912-EA4D-7311-1A73871E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91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CE0F-D886-0B31-F415-5FAD5A67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5D767-1F3C-E7DF-745C-20D32F0ED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B71B9-FBAA-76CE-DC59-51AACA70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CE56-D87E-F422-7588-8E9E4D67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7DCBB-A573-9392-65BA-A5A59301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40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0DCB4-789F-480D-73AC-C64410E86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2D85C-AAB7-9903-F74F-9AEE09250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3CA6A-B66A-3143-1C78-122D4BF4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38E5F-D548-AB3A-CB57-BA4A792FF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38072-A57A-8FF3-041E-F85A5D3C1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150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345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E8838DC-06E1-1153-A30E-90E0EDBD3F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2610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8838DC-06E1-1153-A30E-90E0EDBD3F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903860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E8838DC-06E1-1153-A30E-90E0EDBD3F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2610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8838DC-06E1-1153-A30E-90E0EDBD3F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E044F8-DED4-4949-A15C-64DB9ECF6E05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US" sz="1600" i="1" kern="1200" noProof="0" dirty="0">
                <a:solidFill>
                  <a:schemeClr val="tx1"/>
                </a:solidFill>
                <a:latin typeface="Google Sans Text"/>
                <a:ea typeface="+mn-ea"/>
                <a:cs typeface="+mn-cs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  <p:sp>
        <p:nvSpPr>
          <p:cNvPr id="2" name="Szövegdoboz 26">
            <a:extLst>
              <a:ext uri="{FF2B5EF4-FFF2-40B4-BE49-F238E27FC236}">
                <a16:creationId xmlns:a16="http://schemas.microsoft.com/office/drawing/2014/main" id="{D45BA297-CA23-A858-C28E-7717AB5D4DDD}"/>
              </a:ext>
            </a:extLst>
          </p:cNvPr>
          <p:cNvSpPr txBox="1"/>
          <p:nvPr userDrawn="1"/>
        </p:nvSpPr>
        <p:spPr>
          <a:xfrm>
            <a:off x="501731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1" noProof="0" dirty="0">
                <a:solidFill>
                  <a:schemeClr val="tx1"/>
                </a:solidFill>
                <a:latin typeface="Google Sans Text"/>
              </a:rPr>
              <a:t>Protocol</a:t>
            </a:r>
          </a:p>
        </p:txBody>
      </p:sp>
    </p:spTree>
    <p:extLst>
      <p:ext uri="{BB962C8B-B14F-4D97-AF65-F5344CB8AC3E}">
        <p14:creationId xmlns:p14="http://schemas.microsoft.com/office/powerpoint/2010/main" val="126115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E8838DC-06E1-1153-A30E-90E0EDBD3F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2610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8838DC-06E1-1153-A30E-90E0EDBD3F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sp>
        <p:nvSpPr>
          <p:cNvPr id="10" name="Szövegdoboz 42">
            <a:extLst>
              <a:ext uri="{FF2B5EF4-FFF2-40B4-BE49-F238E27FC236}">
                <a16:creationId xmlns:a16="http://schemas.microsoft.com/office/drawing/2014/main" id="{5AC6CE27-E116-1B40-B083-752A6B3CFAE0}"/>
              </a:ext>
            </a:extLst>
          </p:cNvPr>
          <p:cNvSpPr txBox="1"/>
          <p:nvPr userDrawn="1"/>
        </p:nvSpPr>
        <p:spPr>
          <a:xfrm>
            <a:off x="890149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Roadmap</a:t>
            </a:r>
          </a:p>
        </p:txBody>
      </p:sp>
      <p:sp>
        <p:nvSpPr>
          <p:cNvPr id="11" name="Szövegdoboz 26">
            <a:extLst>
              <a:ext uri="{FF2B5EF4-FFF2-40B4-BE49-F238E27FC236}">
                <a16:creationId xmlns:a16="http://schemas.microsoft.com/office/drawing/2014/main" id="{EF80BD1A-C0FB-F24D-B091-6018B1D353EA}"/>
              </a:ext>
            </a:extLst>
          </p:cNvPr>
          <p:cNvSpPr txBox="1"/>
          <p:nvPr userDrawn="1"/>
        </p:nvSpPr>
        <p:spPr>
          <a:xfrm>
            <a:off x="284475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Data Exploration</a:t>
            </a:r>
          </a:p>
        </p:txBody>
      </p:sp>
      <p:sp>
        <p:nvSpPr>
          <p:cNvPr id="15" name="Szövegdoboz 27">
            <a:extLst>
              <a:ext uri="{FF2B5EF4-FFF2-40B4-BE49-F238E27FC236}">
                <a16:creationId xmlns:a16="http://schemas.microsoft.com/office/drawing/2014/main" id="{9136C9A5-23D2-2D4E-BC8E-4F7A96AE0BFA}"/>
              </a:ext>
            </a:extLst>
          </p:cNvPr>
          <p:cNvSpPr txBox="1"/>
          <p:nvPr userDrawn="1"/>
        </p:nvSpPr>
        <p:spPr>
          <a:xfrm>
            <a:off x="690171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noProof="0">
                <a:latin typeface="Google Sans Text"/>
              </a:rPr>
              <a:t>Loss Measure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E044F8-DED4-4949-A15C-64DB9ECF6E05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US" sz="1600" i="1" kern="1200" noProof="0" dirty="0">
                <a:solidFill>
                  <a:schemeClr val="tx1"/>
                </a:solidFill>
                <a:latin typeface="Google Sans Text"/>
                <a:ea typeface="+mn-ea"/>
                <a:cs typeface="+mn-cs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  <p:sp>
        <p:nvSpPr>
          <p:cNvPr id="2" name="Szövegdoboz 26">
            <a:extLst>
              <a:ext uri="{FF2B5EF4-FFF2-40B4-BE49-F238E27FC236}">
                <a16:creationId xmlns:a16="http://schemas.microsoft.com/office/drawing/2014/main" id="{D45BA297-CA23-A858-C28E-7717AB5D4DDD}"/>
              </a:ext>
            </a:extLst>
          </p:cNvPr>
          <p:cNvSpPr txBox="1"/>
          <p:nvPr userDrawn="1"/>
        </p:nvSpPr>
        <p:spPr>
          <a:xfrm>
            <a:off x="74427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1" noProof="0">
                <a:solidFill>
                  <a:schemeClr val="tx1"/>
                </a:solidFill>
                <a:latin typeface="Google Sans Text"/>
              </a:rPr>
              <a:t>Research Questions</a:t>
            </a:r>
          </a:p>
        </p:txBody>
      </p:sp>
      <p:sp>
        <p:nvSpPr>
          <p:cNvPr id="6" name="Szövegdoboz 26">
            <a:extLst>
              <a:ext uri="{FF2B5EF4-FFF2-40B4-BE49-F238E27FC236}">
                <a16:creationId xmlns:a16="http://schemas.microsoft.com/office/drawing/2014/main" id="{E4133362-6022-AE3D-E4E3-FC8F94104CE9}"/>
              </a:ext>
            </a:extLst>
          </p:cNvPr>
          <p:cNvSpPr txBox="1"/>
          <p:nvPr userDrawn="1"/>
        </p:nvSpPr>
        <p:spPr>
          <a:xfrm>
            <a:off x="491698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4143137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8">
            <a:extLst>
              <a:ext uri="{FF2B5EF4-FFF2-40B4-BE49-F238E27FC236}">
                <a16:creationId xmlns:a16="http://schemas.microsoft.com/office/drawing/2014/main" id="{604D47B1-A550-D6AA-A1FA-FFF77E4C3700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4D79FC-A29E-1949-EF26-E9AFB5F888B0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 helye 2">
            <a:extLst>
              <a:ext uri="{FF2B5EF4-FFF2-40B4-BE49-F238E27FC236}">
                <a16:creationId xmlns:a16="http://schemas.microsoft.com/office/drawing/2014/main" id="{EE485DBB-5909-FBC4-6988-396C1C8C70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6" name="Szövegdoboz 42">
            <a:extLst>
              <a:ext uri="{FF2B5EF4-FFF2-40B4-BE49-F238E27FC236}">
                <a16:creationId xmlns:a16="http://schemas.microsoft.com/office/drawing/2014/main" id="{F177D470-C6B8-1722-092A-59B0F271DEDD}"/>
              </a:ext>
            </a:extLst>
          </p:cNvPr>
          <p:cNvSpPr txBox="1"/>
          <p:nvPr userDrawn="1"/>
        </p:nvSpPr>
        <p:spPr>
          <a:xfrm>
            <a:off x="890149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Roadmap</a:t>
            </a:r>
          </a:p>
        </p:txBody>
      </p:sp>
      <p:sp>
        <p:nvSpPr>
          <p:cNvPr id="7" name="Szövegdoboz 26">
            <a:extLst>
              <a:ext uri="{FF2B5EF4-FFF2-40B4-BE49-F238E27FC236}">
                <a16:creationId xmlns:a16="http://schemas.microsoft.com/office/drawing/2014/main" id="{B46FD0A7-9098-ECE1-2F98-510FAE5F20EA}"/>
              </a:ext>
            </a:extLst>
          </p:cNvPr>
          <p:cNvSpPr txBox="1"/>
          <p:nvPr userDrawn="1"/>
        </p:nvSpPr>
        <p:spPr>
          <a:xfrm>
            <a:off x="284475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1" i="0" kern="1200" noProof="0">
                <a:solidFill>
                  <a:schemeClr val="tx1"/>
                </a:solidFill>
                <a:latin typeface="Google Sans Text"/>
              </a:rPr>
              <a:t>Data Exploration</a:t>
            </a:r>
          </a:p>
        </p:txBody>
      </p:sp>
      <p:sp>
        <p:nvSpPr>
          <p:cNvPr id="8" name="Szövegdoboz 27">
            <a:extLst>
              <a:ext uri="{FF2B5EF4-FFF2-40B4-BE49-F238E27FC236}">
                <a16:creationId xmlns:a16="http://schemas.microsoft.com/office/drawing/2014/main" id="{A00911DC-1112-B245-CF60-D95964743D14}"/>
              </a:ext>
            </a:extLst>
          </p:cNvPr>
          <p:cNvSpPr txBox="1"/>
          <p:nvPr userDrawn="1"/>
        </p:nvSpPr>
        <p:spPr>
          <a:xfrm>
            <a:off x="690171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noProof="0" dirty="0">
                <a:latin typeface="Google Sans Text"/>
              </a:rPr>
              <a:t>Loss Measure</a:t>
            </a:r>
          </a:p>
        </p:txBody>
      </p:sp>
      <p:sp>
        <p:nvSpPr>
          <p:cNvPr id="11" name="Szövegdoboz 26">
            <a:extLst>
              <a:ext uri="{FF2B5EF4-FFF2-40B4-BE49-F238E27FC236}">
                <a16:creationId xmlns:a16="http://schemas.microsoft.com/office/drawing/2014/main" id="{180F0B39-83CE-0BAD-FAF3-127A379B9D6B}"/>
              </a:ext>
            </a:extLst>
          </p:cNvPr>
          <p:cNvSpPr txBox="1"/>
          <p:nvPr userDrawn="1"/>
        </p:nvSpPr>
        <p:spPr>
          <a:xfrm>
            <a:off x="74427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Research Questions</a:t>
            </a:r>
          </a:p>
        </p:txBody>
      </p:sp>
      <p:sp>
        <p:nvSpPr>
          <p:cNvPr id="12" name="Szövegdoboz 26">
            <a:extLst>
              <a:ext uri="{FF2B5EF4-FFF2-40B4-BE49-F238E27FC236}">
                <a16:creationId xmlns:a16="http://schemas.microsoft.com/office/drawing/2014/main" id="{A90E10A1-BC21-CA78-2B6C-569D0440EEC0}"/>
              </a:ext>
            </a:extLst>
          </p:cNvPr>
          <p:cNvSpPr txBox="1"/>
          <p:nvPr userDrawn="1"/>
        </p:nvSpPr>
        <p:spPr>
          <a:xfrm>
            <a:off x="491698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Feature selection</a:t>
            </a:r>
          </a:p>
        </p:txBody>
      </p:sp>
      <p:sp>
        <p:nvSpPr>
          <p:cNvPr id="13" name="Szöveg helye 2">
            <a:extLst>
              <a:ext uri="{FF2B5EF4-FFF2-40B4-BE49-F238E27FC236}">
                <a16:creationId xmlns:a16="http://schemas.microsoft.com/office/drawing/2014/main" id="{9CF43221-9FE8-6FE3-A53A-7480419B67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</p:spTree>
    <p:extLst>
      <p:ext uri="{BB962C8B-B14F-4D97-AF65-F5344CB8AC3E}">
        <p14:creationId xmlns:p14="http://schemas.microsoft.com/office/powerpoint/2010/main" val="942574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zövegdoboz 8">
            <a:extLst>
              <a:ext uri="{FF2B5EF4-FFF2-40B4-BE49-F238E27FC236}">
                <a16:creationId xmlns:a16="http://schemas.microsoft.com/office/drawing/2014/main" id="{0740250F-1305-1FF6-03E9-C4B257374E36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6F7515-7687-AAE7-B889-13E925F77DED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zöveg helye 2">
            <a:extLst>
              <a:ext uri="{FF2B5EF4-FFF2-40B4-BE49-F238E27FC236}">
                <a16:creationId xmlns:a16="http://schemas.microsoft.com/office/drawing/2014/main" id="{7451F2D6-DFE7-C54B-20BC-AE0EE6F99A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8" name="Szövegdoboz 26">
            <a:extLst>
              <a:ext uri="{FF2B5EF4-FFF2-40B4-BE49-F238E27FC236}">
                <a16:creationId xmlns:a16="http://schemas.microsoft.com/office/drawing/2014/main" id="{B2576DB2-5DC8-B4BA-2A43-C13E37667BD5}"/>
              </a:ext>
            </a:extLst>
          </p:cNvPr>
          <p:cNvSpPr txBox="1"/>
          <p:nvPr userDrawn="1"/>
        </p:nvSpPr>
        <p:spPr>
          <a:xfrm>
            <a:off x="284475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Data Exploration</a:t>
            </a:r>
          </a:p>
        </p:txBody>
      </p:sp>
      <p:sp>
        <p:nvSpPr>
          <p:cNvPr id="9" name="Szövegdoboz 27">
            <a:extLst>
              <a:ext uri="{FF2B5EF4-FFF2-40B4-BE49-F238E27FC236}">
                <a16:creationId xmlns:a16="http://schemas.microsoft.com/office/drawing/2014/main" id="{37FAEFAA-ED3B-FECF-65A9-95C7621D5A04}"/>
              </a:ext>
            </a:extLst>
          </p:cNvPr>
          <p:cNvSpPr txBox="1"/>
          <p:nvPr userDrawn="1"/>
        </p:nvSpPr>
        <p:spPr>
          <a:xfrm>
            <a:off x="690171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noProof="0">
                <a:latin typeface="Google Sans Text"/>
              </a:rPr>
              <a:t>Loss Measure</a:t>
            </a:r>
          </a:p>
        </p:txBody>
      </p:sp>
      <p:sp>
        <p:nvSpPr>
          <p:cNvPr id="10" name="Szövegdoboz 26">
            <a:extLst>
              <a:ext uri="{FF2B5EF4-FFF2-40B4-BE49-F238E27FC236}">
                <a16:creationId xmlns:a16="http://schemas.microsoft.com/office/drawing/2014/main" id="{32AB78CA-BC0B-BDD5-9DB9-4C6EE51C09F9}"/>
              </a:ext>
            </a:extLst>
          </p:cNvPr>
          <p:cNvSpPr txBox="1"/>
          <p:nvPr userDrawn="1"/>
        </p:nvSpPr>
        <p:spPr>
          <a:xfrm>
            <a:off x="74427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Research Questions</a:t>
            </a:r>
          </a:p>
        </p:txBody>
      </p:sp>
      <p:sp>
        <p:nvSpPr>
          <p:cNvPr id="11" name="Szövegdoboz 26">
            <a:extLst>
              <a:ext uri="{FF2B5EF4-FFF2-40B4-BE49-F238E27FC236}">
                <a16:creationId xmlns:a16="http://schemas.microsoft.com/office/drawing/2014/main" id="{70A3D9F4-62F4-1DC4-DC68-85EADD4BFCAB}"/>
              </a:ext>
            </a:extLst>
          </p:cNvPr>
          <p:cNvSpPr txBox="1"/>
          <p:nvPr userDrawn="1"/>
        </p:nvSpPr>
        <p:spPr>
          <a:xfrm>
            <a:off x="491698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1" i="0" kern="1200" noProof="0">
                <a:solidFill>
                  <a:schemeClr val="tx1"/>
                </a:solidFill>
                <a:latin typeface="Google Sans Text"/>
              </a:rPr>
              <a:t>Feature selection</a:t>
            </a:r>
          </a:p>
        </p:txBody>
      </p:sp>
      <p:sp>
        <p:nvSpPr>
          <p:cNvPr id="12" name="Szövegdoboz 42">
            <a:extLst>
              <a:ext uri="{FF2B5EF4-FFF2-40B4-BE49-F238E27FC236}">
                <a16:creationId xmlns:a16="http://schemas.microsoft.com/office/drawing/2014/main" id="{A1B1BB18-59BB-973E-85AA-D0AA5F4AD7CC}"/>
              </a:ext>
            </a:extLst>
          </p:cNvPr>
          <p:cNvSpPr txBox="1"/>
          <p:nvPr userDrawn="1"/>
        </p:nvSpPr>
        <p:spPr>
          <a:xfrm>
            <a:off x="890149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Roadmap</a:t>
            </a:r>
          </a:p>
        </p:txBody>
      </p:sp>
      <p:sp>
        <p:nvSpPr>
          <p:cNvPr id="13" name="Szöveg helye 2">
            <a:extLst>
              <a:ext uri="{FF2B5EF4-FFF2-40B4-BE49-F238E27FC236}">
                <a16:creationId xmlns:a16="http://schemas.microsoft.com/office/drawing/2014/main" id="{008D7E26-860F-89B8-A67B-77EF7AEB12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</p:spTree>
    <p:extLst>
      <p:ext uri="{BB962C8B-B14F-4D97-AF65-F5344CB8AC3E}">
        <p14:creationId xmlns:p14="http://schemas.microsoft.com/office/powerpoint/2010/main" val="1392367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zövegdoboz 8">
            <a:extLst>
              <a:ext uri="{FF2B5EF4-FFF2-40B4-BE49-F238E27FC236}">
                <a16:creationId xmlns:a16="http://schemas.microsoft.com/office/drawing/2014/main" id="{0740250F-1305-1FF6-03E9-C4B257374E36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6F7515-7687-AAE7-B889-13E925F77DED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zöveg helye 2">
            <a:extLst>
              <a:ext uri="{FF2B5EF4-FFF2-40B4-BE49-F238E27FC236}">
                <a16:creationId xmlns:a16="http://schemas.microsoft.com/office/drawing/2014/main" id="{87CD60A7-F3CB-0ECB-7B7C-4C5BF37B46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  <p:sp>
        <p:nvSpPr>
          <p:cNvPr id="24" name="Szöveg helye 2">
            <a:extLst>
              <a:ext uri="{FF2B5EF4-FFF2-40B4-BE49-F238E27FC236}">
                <a16:creationId xmlns:a16="http://schemas.microsoft.com/office/drawing/2014/main" id="{7451F2D6-DFE7-C54B-20BC-AE0EE6F99A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7" name="Szövegdoboz 26">
            <a:extLst>
              <a:ext uri="{FF2B5EF4-FFF2-40B4-BE49-F238E27FC236}">
                <a16:creationId xmlns:a16="http://schemas.microsoft.com/office/drawing/2014/main" id="{CDBFFDC4-6537-AC0F-22DC-1470476CFDB0}"/>
              </a:ext>
            </a:extLst>
          </p:cNvPr>
          <p:cNvSpPr txBox="1"/>
          <p:nvPr userDrawn="1"/>
        </p:nvSpPr>
        <p:spPr>
          <a:xfrm>
            <a:off x="284475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Data Exploration</a:t>
            </a:r>
          </a:p>
        </p:txBody>
      </p:sp>
      <p:sp>
        <p:nvSpPr>
          <p:cNvPr id="8" name="Szövegdoboz 27">
            <a:extLst>
              <a:ext uri="{FF2B5EF4-FFF2-40B4-BE49-F238E27FC236}">
                <a16:creationId xmlns:a16="http://schemas.microsoft.com/office/drawing/2014/main" id="{E06FB0DB-D2F1-3247-6755-4CB9CC5441FA}"/>
              </a:ext>
            </a:extLst>
          </p:cNvPr>
          <p:cNvSpPr txBox="1"/>
          <p:nvPr userDrawn="1"/>
        </p:nvSpPr>
        <p:spPr>
          <a:xfrm>
            <a:off x="690171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1" i="0" kern="1200" noProof="0">
                <a:solidFill>
                  <a:schemeClr val="tx1"/>
                </a:solidFill>
                <a:latin typeface="Google Sans Text"/>
              </a:rPr>
              <a:t>Loss Measure</a:t>
            </a:r>
          </a:p>
        </p:txBody>
      </p:sp>
      <p:sp>
        <p:nvSpPr>
          <p:cNvPr id="9" name="Szövegdoboz 26">
            <a:extLst>
              <a:ext uri="{FF2B5EF4-FFF2-40B4-BE49-F238E27FC236}">
                <a16:creationId xmlns:a16="http://schemas.microsoft.com/office/drawing/2014/main" id="{CE844523-41DB-22A8-F1D6-1C8732C27566}"/>
              </a:ext>
            </a:extLst>
          </p:cNvPr>
          <p:cNvSpPr txBox="1"/>
          <p:nvPr userDrawn="1"/>
        </p:nvSpPr>
        <p:spPr>
          <a:xfrm>
            <a:off x="74427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Research Questions</a:t>
            </a:r>
          </a:p>
        </p:txBody>
      </p:sp>
      <p:sp>
        <p:nvSpPr>
          <p:cNvPr id="10" name="Szövegdoboz 26">
            <a:extLst>
              <a:ext uri="{FF2B5EF4-FFF2-40B4-BE49-F238E27FC236}">
                <a16:creationId xmlns:a16="http://schemas.microsoft.com/office/drawing/2014/main" id="{01CC6772-CA25-DC03-DEB9-8BB5946AFC52}"/>
              </a:ext>
            </a:extLst>
          </p:cNvPr>
          <p:cNvSpPr txBox="1"/>
          <p:nvPr userDrawn="1"/>
        </p:nvSpPr>
        <p:spPr>
          <a:xfrm>
            <a:off x="491698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Feature selection</a:t>
            </a:r>
          </a:p>
        </p:txBody>
      </p:sp>
      <p:sp>
        <p:nvSpPr>
          <p:cNvPr id="11" name="Szövegdoboz 42">
            <a:extLst>
              <a:ext uri="{FF2B5EF4-FFF2-40B4-BE49-F238E27FC236}">
                <a16:creationId xmlns:a16="http://schemas.microsoft.com/office/drawing/2014/main" id="{CF8BA9EA-2105-A29D-6523-BC17B7F035F4}"/>
              </a:ext>
            </a:extLst>
          </p:cNvPr>
          <p:cNvSpPr txBox="1"/>
          <p:nvPr userDrawn="1"/>
        </p:nvSpPr>
        <p:spPr>
          <a:xfrm>
            <a:off x="890149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4124126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zövegdoboz 8">
            <a:extLst>
              <a:ext uri="{FF2B5EF4-FFF2-40B4-BE49-F238E27FC236}">
                <a16:creationId xmlns:a16="http://schemas.microsoft.com/office/drawing/2014/main" id="{0740250F-1305-1FF6-03E9-C4B257374E36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‹Nr.›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6F7515-7687-AAE7-B889-13E925F77DED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zöveg helye 2">
            <a:extLst>
              <a:ext uri="{FF2B5EF4-FFF2-40B4-BE49-F238E27FC236}">
                <a16:creationId xmlns:a16="http://schemas.microsoft.com/office/drawing/2014/main" id="{87CD60A7-F3CB-0ECB-7B7C-4C5BF37B46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0000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  <p:sp>
        <p:nvSpPr>
          <p:cNvPr id="24" name="Szöveg helye 2">
            <a:extLst>
              <a:ext uri="{FF2B5EF4-FFF2-40B4-BE49-F238E27FC236}">
                <a16:creationId xmlns:a16="http://schemas.microsoft.com/office/drawing/2014/main" id="{7451F2D6-DFE7-C54B-20BC-AE0EE6F99A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0" y="21600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0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7" name="Szövegdoboz 26">
            <a:extLst>
              <a:ext uri="{FF2B5EF4-FFF2-40B4-BE49-F238E27FC236}">
                <a16:creationId xmlns:a16="http://schemas.microsoft.com/office/drawing/2014/main" id="{C7CF09B8-2467-2EA8-113E-87162EEBDFCD}"/>
              </a:ext>
            </a:extLst>
          </p:cNvPr>
          <p:cNvSpPr txBox="1"/>
          <p:nvPr userDrawn="1"/>
        </p:nvSpPr>
        <p:spPr>
          <a:xfrm>
            <a:off x="284475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Data Exploration</a:t>
            </a:r>
          </a:p>
        </p:txBody>
      </p:sp>
      <p:sp>
        <p:nvSpPr>
          <p:cNvPr id="8" name="Szövegdoboz 27">
            <a:extLst>
              <a:ext uri="{FF2B5EF4-FFF2-40B4-BE49-F238E27FC236}">
                <a16:creationId xmlns:a16="http://schemas.microsoft.com/office/drawing/2014/main" id="{21FCC9C5-1912-E33B-97C9-CC5EF5DDADA5}"/>
              </a:ext>
            </a:extLst>
          </p:cNvPr>
          <p:cNvSpPr txBox="1"/>
          <p:nvPr userDrawn="1"/>
        </p:nvSpPr>
        <p:spPr>
          <a:xfrm>
            <a:off x="690171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Loss Measure</a:t>
            </a:r>
          </a:p>
        </p:txBody>
      </p:sp>
      <p:sp>
        <p:nvSpPr>
          <p:cNvPr id="9" name="Szövegdoboz 26">
            <a:extLst>
              <a:ext uri="{FF2B5EF4-FFF2-40B4-BE49-F238E27FC236}">
                <a16:creationId xmlns:a16="http://schemas.microsoft.com/office/drawing/2014/main" id="{A66507E5-7EC9-E497-F296-9731503EB7F0}"/>
              </a:ext>
            </a:extLst>
          </p:cNvPr>
          <p:cNvSpPr txBox="1"/>
          <p:nvPr userDrawn="1"/>
        </p:nvSpPr>
        <p:spPr>
          <a:xfrm>
            <a:off x="744273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Research Questions</a:t>
            </a:r>
          </a:p>
        </p:txBody>
      </p:sp>
      <p:sp>
        <p:nvSpPr>
          <p:cNvPr id="10" name="Szövegdoboz 26">
            <a:extLst>
              <a:ext uri="{FF2B5EF4-FFF2-40B4-BE49-F238E27FC236}">
                <a16:creationId xmlns:a16="http://schemas.microsoft.com/office/drawing/2014/main" id="{8FF47934-143F-4403-7133-B24AB962E495}"/>
              </a:ext>
            </a:extLst>
          </p:cNvPr>
          <p:cNvSpPr txBox="1"/>
          <p:nvPr userDrawn="1"/>
        </p:nvSpPr>
        <p:spPr>
          <a:xfrm>
            <a:off x="4916985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0" i="0" kern="120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Feature selection</a:t>
            </a:r>
          </a:p>
        </p:txBody>
      </p:sp>
      <p:sp>
        <p:nvSpPr>
          <p:cNvPr id="11" name="Szövegdoboz 42">
            <a:extLst>
              <a:ext uri="{FF2B5EF4-FFF2-40B4-BE49-F238E27FC236}">
                <a16:creationId xmlns:a16="http://schemas.microsoft.com/office/drawing/2014/main" id="{A5D5EF8E-C4C1-D5D3-DBBD-0959F062CC6E}"/>
              </a:ext>
            </a:extLst>
          </p:cNvPr>
          <p:cNvSpPr txBox="1"/>
          <p:nvPr userDrawn="1"/>
        </p:nvSpPr>
        <p:spPr>
          <a:xfrm>
            <a:off x="8901494" y="6658550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marL="0" lvl="0" algn="ctr" defTabSz="914400" rtl="0" eaLnBrk="1" latinLnBrk="0" hangingPunct="1"/>
            <a:r>
              <a:rPr lang="en-US" sz="1200" b="1" i="0" kern="1200" noProof="0">
                <a:solidFill>
                  <a:schemeClr val="tx1"/>
                </a:solidFill>
                <a:latin typeface="Google Sans Text"/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1358174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zöveg helye 2">
            <a:extLst>
              <a:ext uri="{FF2B5EF4-FFF2-40B4-BE49-F238E27FC236}">
                <a16:creationId xmlns:a16="http://schemas.microsoft.com/office/drawing/2014/main" id="{2BA0F894-510A-2543-B1A7-98275DFCF5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374" y="247650"/>
            <a:ext cx="10732809" cy="44141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/>
            </a:lvl1pPr>
          </a:lstStyle>
          <a:p>
            <a:r>
              <a:rPr lang="en-GB"/>
              <a:t>Action title</a:t>
            </a:r>
          </a:p>
        </p:txBody>
      </p:sp>
      <p:sp>
        <p:nvSpPr>
          <p:cNvPr id="10" name="Szövegdoboz 8">
            <a:extLst>
              <a:ext uri="{FF2B5EF4-FFF2-40B4-BE49-F238E27FC236}">
                <a16:creationId xmlns:a16="http://schemas.microsoft.com/office/drawing/2014/main" id="{551254BD-9D4B-4EAA-BFB7-83C3B9F7B478}"/>
              </a:ext>
            </a:extLst>
          </p:cNvPr>
          <p:cNvSpPr txBox="1"/>
          <p:nvPr userDrawn="1"/>
        </p:nvSpPr>
        <p:spPr>
          <a:xfrm>
            <a:off x="11422380" y="6517910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‹Nr.›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13" name="Szövegdoboz 42">
            <a:extLst>
              <a:ext uri="{FF2B5EF4-FFF2-40B4-BE49-F238E27FC236}">
                <a16:creationId xmlns:a16="http://schemas.microsoft.com/office/drawing/2014/main" id="{2B860BE1-D143-4AF3-B08E-A973B4622C82}"/>
              </a:ext>
            </a:extLst>
          </p:cNvPr>
          <p:cNvSpPr txBox="1"/>
          <p:nvPr userDrawn="1"/>
        </p:nvSpPr>
        <p:spPr>
          <a:xfrm>
            <a:off x="5449824" y="6656620"/>
            <a:ext cx="129235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b="1">
                <a:solidFill>
                  <a:schemeClr val="tx1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944705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readcrumbs">
  <p:cSld name="Title, Breadcrumb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body" idx="1"/>
          </p:nvPr>
        </p:nvSpPr>
        <p:spPr>
          <a:xfrm>
            <a:off x="914971" y="466344"/>
            <a:ext cx="3355848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1928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1066184" cy="4414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800" b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 err="1"/>
              <a:t>Task</a:t>
            </a:r>
            <a:r>
              <a:rPr lang="hu-HU"/>
              <a:t> #</a:t>
            </a:r>
            <a:endParaRPr lang="en-GB"/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‹Nr.›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600" i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/>
              <a:t>Part of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task</a:t>
            </a:r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8EA54E-851B-D85A-C5B0-5F3D1687FE7B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doboz 42">
            <a:extLst>
              <a:ext uri="{FF2B5EF4-FFF2-40B4-BE49-F238E27FC236}">
                <a16:creationId xmlns:a16="http://schemas.microsoft.com/office/drawing/2014/main" id="{271812C1-2B0E-68E4-69E7-F58AF4056757}"/>
              </a:ext>
            </a:extLst>
          </p:cNvPr>
          <p:cNvSpPr txBox="1"/>
          <p:nvPr userDrawn="1"/>
        </p:nvSpPr>
        <p:spPr>
          <a:xfrm>
            <a:off x="9366881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1" i="0"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10</a:t>
            </a:r>
            <a:endParaRPr lang="hu-HU"/>
          </a:p>
        </p:txBody>
      </p:sp>
      <p:sp>
        <p:nvSpPr>
          <p:cNvPr id="4" name="Szövegdoboz 26">
            <a:extLst>
              <a:ext uri="{FF2B5EF4-FFF2-40B4-BE49-F238E27FC236}">
                <a16:creationId xmlns:a16="http://schemas.microsoft.com/office/drawing/2014/main" id="{726037C4-ED34-C080-5F82-107EE9BFD571}"/>
              </a:ext>
            </a:extLst>
          </p:cNvPr>
          <p:cNvSpPr txBox="1"/>
          <p:nvPr userDrawn="1"/>
        </p:nvSpPr>
        <p:spPr>
          <a:xfrm>
            <a:off x="1406487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6</a:t>
            </a:r>
            <a:endParaRPr lang="hu-HU"/>
          </a:p>
        </p:txBody>
      </p:sp>
      <p:sp>
        <p:nvSpPr>
          <p:cNvPr id="6" name="Szövegdoboz 27">
            <a:extLst>
              <a:ext uri="{FF2B5EF4-FFF2-40B4-BE49-F238E27FC236}">
                <a16:creationId xmlns:a16="http://schemas.microsoft.com/office/drawing/2014/main" id="{5680B71B-F187-C1B4-66F1-B0174FD162ED}"/>
              </a:ext>
            </a:extLst>
          </p:cNvPr>
          <p:cNvSpPr txBox="1"/>
          <p:nvPr userDrawn="1"/>
        </p:nvSpPr>
        <p:spPr>
          <a:xfrm>
            <a:off x="3396585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sz="1200"/>
              <a:t>Task </a:t>
            </a:r>
            <a:r>
              <a:rPr lang="ru-RU" sz="1200"/>
              <a:t>7</a:t>
            </a:r>
            <a:endParaRPr lang="en-US" sz="1200"/>
          </a:p>
        </p:txBody>
      </p:sp>
      <p:sp>
        <p:nvSpPr>
          <p:cNvPr id="7" name="Szövegdoboz 42">
            <a:extLst>
              <a:ext uri="{FF2B5EF4-FFF2-40B4-BE49-F238E27FC236}">
                <a16:creationId xmlns:a16="http://schemas.microsoft.com/office/drawing/2014/main" id="{393A6458-771F-ED72-BB4D-5D5F8E82E711}"/>
              </a:ext>
            </a:extLst>
          </p:cNvPr>
          <p:cNvSpPr txBox="1"/>
          <p:nvPr userDrawn="1"/>
        </p:nvSpPr>
        <p:spPr>
          <a:xfrm>
            <a:off x="7376781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9</a:t>
            </a:r>
            <a:endParaRPr lang="hu-HU"/>
          </a:p>
        </p:txBody>
      </p:sp>
      <p:sp>
        <p:nvSpPr>
          <p:cNvPr id="8" name="Szövegdoboz 27">
            <a:extLst>
              <a:ext uri="{FF2B5EF4-FFF2-40B4-BE49-F238E27FC236}">
                <a16:creationId xmlns:a16="http://schemas.microsoft.com/office/drawing/2014/main" id="{C0C5095E-2980-F991-CC4E-26D2614828E7}"/>
              </a:ext>
            </a:extLst>
          </p:cNvPr>
          <p:cNvSpPr txBox="1"/>
          <p:nvPr userDrawn="1"/>
        </p:nvSpPr>
        <p:spPr>
          <a:xfrm>
            <a:off x="5386683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sz="1200"/>
              <a:t>Task </a:t>
            </a:r>
            <a:r>
              <a:rPr lang="ru-RU" sz="1200"/>
              <a:t>8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92194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1066184" cy="4414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800" b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 err="1"/>
              <a:t>Task</a:t>
            </a:r>
            <a:r>
              <a:rPr lang="hu-HU"/>
              <a:t> #</a:t>
            </a:r>
            <a:endParaRPr lang="en-GB"/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‹Nr.›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600" i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/>
              <a:t>Part of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task</a:t>
            </a:r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8EA54E-851B-D85A-C5B0-5F3D1687FE7B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42">
            <a:extLst>
              <a:ext uri="{FF2B5EF4-FFF2-40B4-BE49-F238E27FC236}">
                <a16:creationId xmlns:a16="http://schemas.microsoft.com/office/drawing/2014/main" id="{CB26848D-4ED4-55ED-08EE-DA66BE863809}"/>
              </a:ext>
            </a:extLst>
          </p:cNvPr>
          <p:cNvSpPr txBox="1"/>
          <p:nvPr userDrawn="1"/>
        </p:nvSpPr>
        <p:spPr>
          <a:xfrm>
            <a:off x="7753534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14</a:t>
            </a:r>
            <a:endParaRPr lang="hu-HU"/>
          </a:p>
        </p:txBody>
      </p:sp>
      <p:sp>
        <p:nvSpPr>
          <p:cNvPr id="10" name="Szövegdoboz 26">
            <a:extLst>
              <a:ext uri="{FF2B5EF4-FFF2-40B4-BE49-F238E27FC236}">
                <a16:creationId xmlns:a16="http://schemas.microsoft.com/office/drawing/2014/main" id="{1F5EDFD6-27E1-BE35-DF88-7732F18A449F}"/>
              </a:ext>
            </a:extLst>
          </p:cNvPr>
          <p:cNvSpPr txBox="1"/>
          <p:nvPr userDrawn="1"/>
        </p:nvSpPr>
        <p:spPr>
          <a:xfrm>
            <a:off x="614668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11</a:t>
            </a:r>
            <a:endParaRPr lang="hu-HU"/>
          </a:p>
        </p:txBody>
      </p:sp>
      <p:sp>
        <p:nvSpPr>
          <p:cNvPr id="11" name="Szövegdoboz 27">
            <a:extLst>
              <a:ext uri="{FF2B5EF4-FFF2-40B4-BE49-F238E27FC236}">
                <a16:creationId xmlns:a16="http://schemas.microsoft.com/office/drawing/2014/main" id="{B2AC80CA-3CC2-F5DB-9B4D-4CC99D4223D9}"/>
              </a:ext>
            </a:extLst>
          </p:cNvPr>
          <p:cNvSpPr txBox="1"/>
          <p:nvPr userDrawn="1"/>
        </p:nvSpPr>
        <p:spPr>
          <a:xfrm>
            <a:off x="2994290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12</a:t>
            </a:r>
            <a:endParaRPr lang="en-US"/>
          </a:p>
        </p:txBody>
      </p:sp>
      <p:sp>
        <p:nvSpPr>
          <p:cNvPr id="12" name="Szövegdoboz 42">
            <a:extLst>
              <a:ext uri="{FF2B5EF4-FFF2-40B4-BE49-F238E27FC236}">
                <a16:creationId xmlns:a16="http://schemas.microsoft.com/office/drawing/2014/main" id="{8D2E1378-D03E-82A1-6B60-5753667DA5F0}"/>
              </a:ext>
            </a:extLst>
          </p:cNvPr>
          <p:cNvSpPr txBox="1"/>
          <p:nvPr userDrawn="1"/>
        </p:nvSpPr>
        <p:spPr>
          <a:xfrm>
            <a:off x="5373912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13</a:t>
            </a:r>
            <a:endParaRPr lang="hu-HU"/>
          </a:p>
        </p:txBody>
      </p:sp>
      <p:sp>
        <p:nvSpPr>
          <p:cNvPr id="15" name="Szövegdoboz 42">
            <a:extLst>
              <a:ext uri="{FF2B5EF4-FFF2-40B4-BE49-F238E27FC236}">
                <a16:creationId xmlns:a16="http://schemas.microsoft.com/office/drawing/2014/main" id="{8A84BB8A-FF49-B681-B55C-69BE9960FA32}"/>
              </a:ext>
            </a:extLst>
          </p:cNvPr>
          <p:cNvSpPr txBox="1"/>
          <p:nvPr userDrawn="1"/>
        </p:nvSpPr>
        <p:spPr>
          <a:xfrm>
            <a:off x="10133156" y="6660030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1" i="0"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15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611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oleObject" Target="../embeddings/oleObject2.bin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8B35C82-5DC5-9ECA-8B18-19556491DB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36749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5" imgH="426" progId="TCLayout.ActiveDocument.1">
                  <p:embed/>
                </p:oleObj>
              </mc:Choice>
              <mc:Fallback>
                <p:oleObj name="think-cell Slide" r:id="rId14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B35C82-5DC5-9ECA-8B18-19556491D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6D55F8-3AA2-B507-7C50-C4A4D39A0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5FF30-4D08-CA48-DC8A-657B75320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B2A36-6FAA-FB1B-F0DA-D045BB409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C3F9A-F90F-4C58-BD0D-68F8FE597BC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98DF9-8589-5317-CB91-FB1857A7C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0919-10DE-9B57-441F-EA8D8D1AC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53412-9F98-4FF2-98AE-0E0A37F514A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77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78CE001-69BA-EBC8-0096-6839832916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17930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25" imgH="426" progId="TCLayout.ActiveDocument.1">
                  <p:embed/>
                </p:oleObj>
              </mc:Choice>
              <mc:Fallback>
                <p:oleObj name="think-cell Slide" r:id="rId15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8CE001-69BA-EBC8-0096-6839832916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4261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3" r:id="rId3"/>
    <p:sldLayoutId id="2147483662" r:id="rId4"/>
    <p:sldLayoutId id="2147483663" r:id="rId5"/>
    <p:sldLayoutId id="2147483664" r:id="rId6"/>
    <p:sldLayoutId id="2147483670" r:id="rId7"/>
    <p:sldLayoutId id="2147483671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EE2DB-A9A1-E186-8FED-04DE415F6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4E82EA9-61FD-F192-B4B9-D075D75C90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E82EA9-61FD-F192-B4B9-D075D75C90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rafik 8" descr="Ein Bild, das Entwurf, Zeichnung, Lineart, Haus enthält.&#10;&#10;KI-generierte Inhalte können fehlerhaft sein.">
            <a:extLst>
              <a:ext uri="{FF2B5EF4-FFF2-40B4-BE49-F238E27FC236}">
                <a16:creationId xmlns:a16="http://schemas.microsoft.com/office/drawing/2014/main" id="{9F5C7E67-BFC5-4BB1-570C-BEEDF03817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3644"/>
            <a:ext cx="12192000" cy="6650182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CB7DF40E-F8B5-7323-24CB-810D471B6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842" y="5801126"/>
            <a:ext cx="1446031" cy="75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Oesterreichische Nationalbank (OeNB)">
            <a:extLst>
              <a:ext uri="{FF2B5EF4-FFF2-40B4-BE49-F238E27FC236}">
                <a16:creationId xmlns:a16="http://schemas.microsoft.com/office/drawing/2014/main" id="{4A7FA38F-4FAE-3B31-EA98-85DE8DD60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118" y="5807562"/>
            <a:ext cx="1913882" cy="55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2">
            <a:extLst>
              <a:ext uri="{FF2B5EF4-FFF2-40B4-BE49-F238E27FC236}">
                <a16:creationId xmlns:a16="http://schemas.microsoft.com/office/drawing/2014/main" id="{562CF0AB-9100-BC0F-BFB7-E41E63A3A9DB}"/>
              </a:ext>
            </a:extLst>
          </p:cNvPr>
          <p:cNvSpPr txBox="1"/>
          <p:nvPr/>
        </p:nvSpPr>
        <p:spPr>
          <a:xfrm>
            <a:off x="2075870" y="3943268"/>
            <a:ext cx="5264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Google Sans Text"/>
              </a:rPr>
              <a:t>Protocol </a:t>
            </a:r>
            <a:r>
              <a:rPr lang="en-US" sz="2400" b="1" dirty="0">
                <a:latin typeface="Google Sans Text"/>
              </a:rPr>
              <a:t>(26.11.2025) – </a:t>
            </a:r>
            <a:br>
              <a:rPr lang="en-US" sz="3600" b="1" dirty="0">
                <a:latin typeface="Google Sans Text"/>
              </a:rPr>
            </a:br>
            <a:r>
              <a:rPr lang="en-US" sz="2400" b="1" dirty="0">
                <a:latin typeface="Google Sans Text"/>
              </a:rPr>
              <a:t>Credit Risk Modeling </a:t>
            </a:r>
            <a:r>
              <a:rPr lang="de-AT" sz="2400" b="1" dirty="0">
                <a:latin typeface="Google Sans Text"/>
              </a:rPr>
              <a:t>ILAB OeNB</a:t>
            </a:r>
            <a:endParaRPr lang="en-US" sz="3600" b="1" dirty="0">
              <a:latin typeface="Google Sans Text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E1690D06-210C-5308-05F3-FC30DC2DCD42}"/>
              </a:ext>
            </a:extLst>
          </p:cNvPr>
          <p:cNvSpPr/>
          <p:nvPr/>
        </p:nvSpPr>
        <p:spPr>
          <a:xfrm>
            <a:off x="2075870" y="4958931"/>
            <a:ext cx="4324930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Google Sans Text"/>
              </a:rPr>
              <a:t>By Anastasia </a:t>
            </a:r>
            <a:r>
              <a:rPr lang="en-US" sz="1600" dirty="0" err="1">
                <a:solidFill>
                  <a:schemeClr val="tx1"/>
                </a:solidFill>
                <a:latin typeface="Google Sans Text"/>
              </a:rPr>
              <a:t>Pryshchepa</a:t>
            </a:r>
            <a:r>
              <a:rPr lang="en-US" sz="1600" dirty="0">
                <a:solidFill>
                  <a:schemeClr val="tx1"/>
                </a:solidFill>
                <a:latin typeface="Google Sans Text"/>
              </a:rPr>
              <a:t>, Leonid </a:t>
            </a:r>
            <a:r>
              <a:rPr lang="en-US" sz="1600" dirty="0" err="1">
                <a:solidFill>
                  <a:schemeClr val="tx1"/>
                </a:solidFill>
                <a:latin typeface="Google Sans Text"/>
              </a:rPr>
              <a:t>Kuzmishin</a:t>
            </a:r>
            <a:r>
              <a:rPr lang="en-US" sz="1600" dirty="0">
                <a:solidFill>
                  <a:schemeClr val="tx1"/>
                </a:solidFill>
                <a:latin typeface="Google Sans Text"/>
              </a:rPr>
              <a:t>,</a:t>
            </a:r>
          </a:p>
          <a:p>
            <a:r>
              <a:rPr lang="en-US" sz="1600" dirty="0">
                <a:solidFill>
                  <a:schemeClr val="tx1"/>
                </a:solidFill>
                <a:latin typeface="Google Sans Text"/>
              </a:rPr>
              <a:t>      Tristan Leiter, Martin Yago Tortajada</a:t>
            </a:r>
          </a:p>
        </p:txBody>
      </p:sp>
      <p:sp>
        <p:nvSpPr>
          <p:cNvPr id="17" name="Flowchart: Manual Operation 4">
            <a:extLst>
              <a:ext uri="{FF2B5EF4-FFF2-40B4-BE49-F238E27FC236}">
                <a16:creationId xmlns:a16="http://schemas.microsoft.com/office/drawing/2014/main" id="{320E77D1-957E-A6C0-1B76-459A153DB5ED}"/>
              </a:ext>
            </a:extLst>
          </p:cNvPr>
          <p:cNvSpPr/>
          <p:nvPr/>
        </p:nvSpPr>
        <p:spPr>
          <a:xfrm rot="11297026">
            <a:off x="-917883" y="-921407"/>
            <a:ext cx="3818159" cy="2118575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Manual Operation 5">
            <a:extLst>
              <a:ext uri="{FF2B5EF4-FFF2-40B4-BE49-F238E27FC236}">
                <a16:creationId xmlns:a16="http://schemas.microsoft.com/office/drawing/2014/main" id="{9C9AFA2D-AA5E-CF24-ED7A-F454446A47EB}"/>
              </a:ext>
            </a:extLst>
          </p:cNvPr>
          <p:cNvSpPr/>
          <p:nvPr/>
        </p:nvSpPr>
        <p:spPr>
          <a:xfrm rot="9995555">
            <a:off x="-1330938" y="-677281"/>
            <a:ext cx="3627048" cy="2118575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86"/>
    </mc:Choice>
    <mc:Fallback xmlns="">
      <p:transition spd="slow" advTm="190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015D-EDE1-CC05-3A09-8701E6F2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73EDDA8-1D36-A55C-D3A0-D3DE1A7C51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Protocol (26.11.2025)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F61D96-F7C8-9F6E-2762-685C8EA0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de-CH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B816685-19E7-5372-CCAB-FD18FCF7A89B}"/>
              </a:ext>
            </a:extLst>
          </p:cNvPr>
          <p:cNvSpPr/>
          <p:nvPr/>
        </p:nvSpPr>
        <p:spPr>
          <a:xfrm>
            <a:off x="0" y="1248032"/>
            <a:ext cx="12192000" cy="5263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ogle Sans Tex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16">
                <a:extLst>
                  <a:ext uri="{FF2B5EF4-FFF2-40B4-BE49-F238E27FC236}">
                    <a16:creationId xmlns:a16="http://schemas.microsoft.com/office/drawing/2014/main" id="{18FAD0F2-0D26-9B52-1F7A-12734C955A8B}"/>
                  </a:ext>
                </a:extLst>
              </p:cNvPr>
              <p:cNvSpPr txBox="1"/>
              <p:nvPr/>
            </p:nvSpPr>
            <p:spPr>
              <a:xfrm>
                <a:off x="582416" y="1740634"/>
                <a:ext cx="8988892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Apply </a:t>
                </a:r>
                <a:r>
                  <a:rPr lang="de-DE" sz="1400" dirty="0" err="1">
                    <a:solidFill>
                      <a:srgbClr val="1A1C1E"/>
                    </a:solidFill>
                    <a:latin typeface="Google Sans Text"/>
                  </a:rPr>
                  <a:t>the</a:t>
                </a: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 </a:t>
                </a:r>
                <a:r>
                  <a:rPr lang="de-DE" sz="1400" dirty="0" err="1">
                    <a:solidFill>
                      <a:srgbClr val="1A1C1E"/>
                    </a:solidFill>
                    <a:latin typeface="Google Sans Text"/>
                  </a:rPr>
                  <a:t>filters</a:t>
                </a: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:</a:t>
                </a:r>
              </a:p>
              <a:p>
                <a:pPr marL="800100" lvl="1" indent="-342900">
                  <a:spcAft>
                    <a:spcPts val="300"/>
                  </a:spcAft>
                  <a:buFont typeface="+mj-lt"/>
                  <a:buAutoNum type="alphaLcParenR"/>
                </a:pPr>
                <a:r>
                  <a:rPr lang="de-DE" sz="1600" dirty="0">
                    <a:solidFill>
                      <a:srgbClr val="1A1C1E"/>
                    </a:solidFill>
                    <a:latin typeface="Google Sans Text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</m:ctrlPr>
                      </m:sSubPr>
                      <m:e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𝑓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10</m:t>
                        </m:r>
                      </m:sub>
                    </m:sSub>
                    <m:r>
                      <a:rPr lang="de-DE" sz="1600" i="1" smtClean="0">
                        <a:solidFill>
                          <a:srgbClr val="1A1C1E"/>
                        </a:solidFill>
                        <a:latin typeface="Google Sans Text"/>
                        <a:ea typeface="Cambria Math" panose="02040503050406030204" pitchFamily="18" charset="0"/>
                      </a:rPr>
                      <m:t>≥</m:t>
                    </m:r>
                    <m:r>
                      <a:rPr lang="de-DE" sz="1600" b="0" i="1" smtClean="0">
                        <a:solidFill>
                          <a:srgbClr val="1A1C1E"/>
                        </a:solidFill>
                        <a:latin typeface="Google Sans Text"/>
                      </a:rPr>
                      <m:t>0</m:t>
                    </m:r>
                  </m:oMath>
                </a14:m>
                <a:endParaRPr lang="de-DE" sz="1600" b="0" i="1" dirty="0">
                  <a:solidFill>
                    <a:srgbClr val="1A1C1E"/>
                  </a:solidFill>
                  <a:latin typeface="Google Sans Text"/>
                </a:endParaRPr>
              </a:p>
              <a:p>
                <a:pPr marL="800100" lvl="1" indent="-342900">
                  <a:spcAft>
                    <a:spcPts val="300"/>
                  </a:spcAft>
                  <a:buFont typeface="+mj-lt"/>
                  <a:buAutoNum type="alphaL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</m:ctrlPr>
                      </m:sSubPr>
                      <m:e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(</m:t>
                        </m:r>
                        <m: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  <m:t>𝑓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2</m:t>
                        </m:r>
                      </m:sub>
                    </m:sSub>
                    <m:r>
                      <a:rPr lang="de-DE" sz="1600" b="0" i="1" smtClean="0">
                        <a:solidFill>
                          <a:srgbClr val="1A1C1E"/>
                        </a:solidFill>
                        <a:latin typeface="Google Sans Text"/>
                      </a:rPr>
                      <m:t>+</m:t>
                    </m:r>
                    <m:sSub>
                      <m:sSubPr>
                        <m:ctrlP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  <m:t>𝑓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3</m:t>
                        </m:r>
                      </m:sub>
                    </m:sSub>
                    <m:r>
                      <a:rPr lang="de-DE" sz="1600" b="0" i="1" smtClean="0">
                        <a:solidFill>
                          <a:srgbClr val="1A1C1E"/>
                        </a:solidFill>
                        <a:latin typeface="Google Sans Text"/>
                      </a:rPr>
                      <m:t>)</m:t>
                    </m:r>
                    <m:r>
                      <a:rPr lang="de-DE" sz="1600" i="1">
                        <a:solidFill>
                          <a:srgbClr val="1A1C1E"/>
                        </a:solidFill>
                        <a:latin typeface="Google Sans Text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  <m:t>𝑓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1</m:t>
                        </m:r>
                      </m:sub>
                    </m:sSub>
                  </m:oMath>
                </a14:m>
                <a:endParaRPr lang="de-DE" sz="1600" i="1" dirty="0">
                  <a:solidFill>
                    <a:srgbClr val="1A1C1E"/>
                  </a:solidFill>
                  <a:latin typeface="Google Sans Text"/>
                </a:endParaRPr>
              </a:p>
              <a:p>
                <a:pPr marL="800100" lvl="1" indent="-342900">
                  <a:spcAft>
                    <a:spcPts val="300"/>
                  </a:spcAft>
                  <a:buFont typeface="+mj-lt"/>
                  <a:buAutoNum type="alphaL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  <m:t>(</m:t>
                        </m:r>
                        <m: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  <m:t>𝑓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4</m:t>
                        </m:r>
                      </m:sub>
                    </m:sSub>
                    <m:r>
                      <a:rPr lang="de-DE" sz="1600" i="1">
                        <a:solidFill>
                          <a:srgbClr val="1A1C1E"/>
                        </a:solidFill>
                        <a:latin typeface="Google Sans Text"/>
                      </a:rPr>
                      <m:t>+</m:t>
                    </m:r>
                    <m:sSub>
                      <m:sSubPr>
                        <m:ctrlP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  <m:t>𝑓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5</m:t>
                        </m:r>
                      </m:sub>
                    </m:sSub>
                    <m:r>
                      <a:rPr lang="de-DE" sz="1600" i="1">
                        <a:solidFill>
                          <a:srgbClr val="1A1C1E"/>
                        </a:solidFill>
                        <a:latin typeface="Google Sans Text"/>
                      </a:rPr>
                      <m:t>)</m:t>
                    </m:r>
                    <m:r>
                      <a:rPr lang="de-DE" sz="1600" i="1">
                        <a:solidFill>
                          <a:srgbClr val="1A1C1E"/>
                        </a:solidFill>
                        <a:latin typeface="Google Sans Text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  <m:t>𝑓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3</m:t>
                        </m:r>
                      </m:sub>
                    </m:sSub>
                  </m:oMath>
                </a14:m>
                <a:endParaRPr lang="de-DE" sz="1600" i="1" dirty="0">
                  <a:solidFill>
                    <a:srgbClr val="1A1C1E"/>
                  </a:solidFill>
                  <a:latin typeface="Google Sans Text"/>
                </a:endParaRPr>
              </a:p>
              <a:p>
                <a:pPr marL="800100" lvl="1" indent="-342900">
                  <a:spcAft>
                    <a:spcPts val="300"/>
                  </a:spcAft>
                  <a:buFont typeface="+mj-lt"/>
                  <a:buAutoNum type="alphaLcParenR"/>
                </a:pPr>
                <a:r>
                  <a:rPr lang="de-DE" sz="1600" i="1" dirty="0">
                    <a:solidFill>
                      <a:srgbClr val="1A1C1E"/>
                    </a:solidFill>
                    <a:latin typeface="Google Sans Tex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  <m:t>(</m:t>
                        </m:r>
                        <m: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  <m:t>𝑓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6</m:t>
                        </m:r>
                      </m:sub>
                    </m:sSub>
                    <m:r>
                      <a:rPr lang="de-DE" sz="1600" i="1">
                        <a:solidFill>
                          <a:srgbClr val="1A1C1E"/>
                        </a:solidFill>
                        <a:latin typeface="Google Sans Text"/>
                      </a:rPr>
                      <m:t>+</m:t>
                    </m:r>
                    <m:sSub>
                      <m:sSubPr>
                        <m:ctrlP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  <m:t>𝑓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11</m:t>
                        </m:r>
                      </m:sub>
                    </m:sSub>
                    <m:r>
                      <a:rPr lang="de-DE" sz="1600" i="1">
                        <a:solidFill>
                          <a:srgbClr val="1A1C1E"/>
                        </a:solidFill>
                        <a:latin typeface="Google Sans Text"/>
                      </a:rPr>
                      <m:t>)</m:t>
                    </m:r>
                    <m:r>
                      <a:rPr lang="de-DE" sz="1600" i="1">
                        <a:solidFill>
                          <a:srgbClr val="1A1C1E"/>
                        </a:solidFill>
                        <a:latin typeface="Google Sans Text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</m:ctrlPr>
                      </m:sSubPr>
                      <m:e>
                        <m:r>
                          <a:rPr lang="de-DE" sz="1600" i="1">
                            <a:solidFill>
                              <a:srgbClr val="1A1C1E"/>
                            </a:solidFill>
                            <a:latin typeface="Google Sans Text"/>
                          </a:rPr>
                          <m:t>𝑓</m:t>
                        </m:r>
                      </m:e>
                      <m:sub>
                        <m:r>
                          <a:rPr lang="de-DE" sz="1600" b="0" i="1" smtClean="0">
                            <a:solidFill>
                              <a:srgbClr val="1A1C1E"/>
                            </a:solidFill>
                            <a:latin typeface="Google Sans Text"/>
                          </a:rPr>
                          <m:t>1</m:t>
                        </m:r>
                      </m:sub>
                    </m:sSub>
                  </m:oMath>
                </a14:m>
                <a:b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</a:b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, where </a:t>
                </a:r>
                <a:r>
                  <a:rPr lang="de-DE" sz="1400" dirty="0" err="1">
                    <a:solidFill>
                      <a:srgbClr val="1A1C1E"/>
                    </a:solidFill>
                    <a:latin typeface="Google Sans Text"/>
                  </a:rPr>
                  <a:t>we</a:t>
                </a: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 </a:t>
                </a:r>
                <a:r>
                  <a:rPr lang="de-DE" sz="1400" dirty="0" err="1">
                    <a:solidFill>
                      <a:srgbClr val="1A1C1E"/>
                    </a:solidFill>
                    <a:latin typeface="Google Sans Text"/>
                  </a:rPr>
                  <a:t>allow</a:t>
                </a: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 </a:t>
                </a:r>
                <a:r>
                  <a:rPr lang="de-DE" sz="1400" dirty="0" err="1">
                    <a:solidFill>
                      <a:srgbClr val="1A1C1E"/>
                    </a:solidFill>
                    <a:latin typeface="Google Sans Text"/>
                  </a:rPr>
                  <a:t>for</a:t>
                </a: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 a </a:t>
                </a:r>
                <a:r>
                  <a:rPr lang="de-DE" sz="1400" dirty="0" err="1">
                    <a:solidFill>
                      <a:srgbClr val="1A1C1E"/>
                    </a:solidFill>
                    <a:latin typeface="Google Sans Text"/>
                  </a:rPr>
                  <a:t>rounding</a:t>
                </a: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 </a:t>
                </a:r>
                <a:r>
                  <a:rPr lang="de-DE" sz="1400" dirty="0" err="1">
                    <a:solidFill>
                      <a:srgbClr val="1A1C1E"/>
                    </a:solidFill>
                    <a:latin typeface="Google Sans Text"/>
                  </a:rPr>
                  <a:t>error</a:t>
                </a: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 </a:t>
                </a:r>
                <a:r>
                  <a:rPr lang="de-DE" sz="1400" dirty="0" err="1">
                    <a:solidFill>
                      <a:srgbClr val="1A1C1E"/>
                    </a:solidFill>
                    <a:latin typeface="Google Sans Text"/>
                  </a:rPr>
                  <a:t>of</a:t>
                </a: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 2 </a:t>
                </a:r>
                <a:r>
                  <a:rPr lang="de-DE" sz="1400" dirty="0" err="1">
                    <a:solidFill>
                      <a:srgbClr val="1A1C1E"/>
                    </a:solidFill>
                    <a:latin typeface="Google Sans Text"/>
                  </a:rPr>
                  <a:t>decimal</a:t>
                </a: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 </a:t>
                </a:r>
                <a:r>
                  <a:rPr lang="de-DE" sz="1400" dirty="0" err="1">
                    <a:solidFill>
                      <a:srgbClr val="1A1C1E"/>
                    </a:solidFill>
                    <a:latin typeface="Google Sans Text"/>
                  </a:rPr>
                  <a:t>places</a:t>
                </a:r>
                <a:r>
                  <a:rPr lang="de-DE" sz="1400" dirty="0">
                    <a:solidFill>
                      <a:srgbClr val="1A1C1E"/>
                    </a:solidFill>
                    <a:latin typeface="Google Sans Text"/>
                  </a:rPr>
                  <a:t>).</a:t>
                </a:r>
              </a:p>
            </p:txBody>
          </p:sp>
        </mc:Choice>
        <mc:Fallback>
          <p:sp>
            <p:nvSpPr>
              <p:cNvPr id="6" name="TextBox 16">
                <a:extLst>
                  <a:ext uri="{FF2B5EF4-FFF2-40B4-BE49-F238E27FC236}">
                    <a16:creationId xmlns:a16="http://schemas.microsoft.com/office/drawing/2014/main" id="{18FAD0F2-0D26-9B52-1F7A-12734C955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16" y="1740634"/>
                <a:ext cx="8988892" cy="1661993"/>
              </a:xfrm>
              <a:prstGeom prst="rect">
                <a:avLst/>
              </a:prstGeom>
              <a:blipFill>
                <a:blip r:embed="rId2"/>
                <a:stretch>
                  <a:fillRect l="-136" t="-735" b="-294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18">
            <a:extLst>
              <a:ext uri="{FF2B5EF4-FFF2-40B4-BE49-F238E27FC236}">
                <a16:creationId xmlns:a16="http://schemas.microsoft.com/office/drawing/2014/main" id="{04089813-C80A-3EA8-9A90-AE334992085C}"/>
              </a:ext>
            </a:extLst>
          </p:cNvPr>
          <p:cNvSpPr txBox="1"/>
          <p:nvPr/>
        </p:nvSpPr>
        <p:spPr>
          <a:xfrm>
            <a:off x="368217" y="1385087"/>
            <a:ext cx="442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1) Balance sheet data </a:t>
            </a:r>
            <a:r>
              <a:rPr lang="en-GB" sz="1400" i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(slide 3)</a:t>
            </a:r>
            <a:endParaRPr lang="en-GB" sz="1600" i="1" dirty="0">
              <a:solidFill>
                <a:schemeClr val="accent2">
                  <a:lumMod val="75000"/>
                </a:schemeClr>
              </a:solidFill>
              <a:latin typeface="Google Sans Text"/>
            </a:endParaRP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A133DA7D-6656-288D-7D7C-B707E9F85903}"/>
              </a:ext>
            </a:extLst>
          </p:cNvPr>
          <p:cNvSpPr txBox="1"/>
          <p:nvPr/>
        </p:nvSpPr>
        <p:spPr>
          <a:xfrm>
            <a:off x="368217" y="3380710"/>
            <a:ext cx="442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2) Feature selection </a:t>
            </a:r>
            <a:r>
              <a:rPr lang="en-GB" sz="1400" i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(slides 11 – 14)</a:t>
            </a:r>
            <a:endParaRPr lang="en-GB" sz="1600" i="1" dirty="0">
              <a:solidFill>
                <a:schemeClr val="accent2">
                  <a:lumMod val="75000"/>
                </a:schemeClr>
              </a:solidFill>
              <a:latin typeface="Google Sans Text"/>
            </a:endParaRP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E86BD676-D128-FEA2-DE98-D6A4D87D2DD6}"/>
              </a:ext>
            </a:extLst>
          </p:cNvPr>
          <p:cNvSpPr txBox="1"/>
          <p:nvPr/>
        </p:nvSpPr>
        <p:spPr>
          <a:xfrm>
            <a:off x="582415" y="3668293"/>
            <a:ext cx="930298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Add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descriptive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statistics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sectors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firm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size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how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many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firms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total #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of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firms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etc.) – useful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insights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stratified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sampling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Add univariate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regressions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AuC-RoC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in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univariate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case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; again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each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sector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).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Informational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Value useful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categorical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variables with only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binary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encoding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?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Repeat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multicollinearity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plot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with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standardized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/log-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transformed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features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 Be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careful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with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conclusions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from linear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correlations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when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we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can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likely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assume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that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dependency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non-linear.</a:t>
            </a: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Don‘t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remove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any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features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 In ML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we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do not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have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to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pursue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parsimonious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model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076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EB3D-0521-9F0D-1FA4-B4920951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9B1E1A4-9816-D76F-7102-F9CC52F7C1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Protocol (26.11.2025)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E98FF0-9522-423D-C4E7-E056027C6C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de-CH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4777A2D-173A-FB01-B52C-4C99CBFA626E}"/>
              </a:ext>
            </a:extLst>
          </p:cNvPr>
          <p:cNvSpPr/>
          <p:nvPr/>
        </p:nvSpPr>
        <p:spPr>
          <a:xfrm>
            <a:off x="0" y="1248032"/>
            <a:ext cx="12192000" cy="5263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ogle Sans Text"/>
            </a:endParaRP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B691D1C2-D477-55AD-691D-B8C76D622DF7}"/>
              </a:ext>
            </a:extLst>
          </p:cNvPr>
          <p:cNvSpPr txBox="1"/>
          <p:nvPr/>
        </p:nvSpPr>
        <p:spPr>
          <a:xfrm>
            <a:off x="582416" y="2988667"/>
            <a:ext cx="8988892" cy="1284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Focus on ROC and AUC.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AUCs per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sector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(multivariate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case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).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Pursue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robust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models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without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leaving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out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any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features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even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with high </a:t>
            </a:r>
            <a:br>
              <a:rPr lang="de-DE" sz="1400" dirty="0">
                <a:solidFill>
                  <a:srgbClr val="1A1C1E"/>
                </a:solidFill>
                <a:latin typeface="Google Sans Text"/>
              </a:rPr>
            </a:br>
            <a:r>
              <a:rPr lang="de-DE" sz="1400" dirty="0">
                <a:solidFill>
                  <a:srgbClr val="1A1C1E"/>
                </a:solidFill>
                <a:latin typeface="Google Sans Text"/>
              </a:rPr>
              <a:t>linear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dependencies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).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Read on proper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scoring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rules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Brier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-score,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statistical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axioms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).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Incorporate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insights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from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papers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(with a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focus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on proper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scoring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rules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).</a:t>
            </a:r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F353DEAF-E69A-CF33-787D-3DCF3AFF4471}"/>
              </a:ext>
            </a:extLst>
          </p:cNvPr>
          <p:cNvSpPr txBox="1"/>
          <p:nvPr/>
        </p:nvSpPr>
        <p:spPr>
          <a:xfrm>
            <a:off x="368217" y="2633120"/>
            <a:ext cx="442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4) Loss Measure </a:t>
            </a:r>
            <a:r>
              <a:rPr lang="en-GB" sz="1600" i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(slides 16 - 18)</a:t>
            </a:r>
            <a:endParaRPr lang="en-GB" sz="1600" b="1" dirty="0">
              <a:solidFill>
                <a:schemeClr val="accent2">
                  <a:lumMod val="75000"/>
                </a:schemeClr>
              </a:solidFill>
              <a:latin typeface="Google Sans Text"/>
            </a:endParaRP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DC41121E-414D-FB10-0074-E936AB818427}"/>
              </a:ext>
            </a:extLst>
          </p:cNvPr>
          <p:cNvSpPr txBox="1"/>
          <p:nvPr/>
        </p:nvSpPr>
        <p:spPr>
          <a:xfrm>
            <a:off x="368217" y="4288929"/>
            <a:ext cx="442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5) Outlook</a:t>
            </a: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8F96D493-157C-5686-57E1-D954F47A080D}"/>
              </a:ext>
            </a:extLst>
          </p:cNvPr>
          <p:cNvSpPr txBox="1"/>
          <p:nvPr/>
        </p:nvSpPr>
        <p:spPr>
          <a:xfrm>
            <a:off x="582415" y="4576512"/>
            <a:ext cx="93029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First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focus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on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plain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positions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 Think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about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reasonable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standardization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methods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scaling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log-transformation, using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empirical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cdfs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robust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scaling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We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could divide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total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assets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replace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raw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balance-sheet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data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with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empirical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quantiles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from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cdf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Bayesian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optimization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fine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 Use all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existing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packages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-&gt; but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always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know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what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you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are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doing..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AutoML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also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fine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to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use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No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upsampling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data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numerically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stable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de-DE" sz="1400" dirty="0">
              <a:solidFill>
                <a:srgbClr val="1A1C1E"/>
              </a:solidFill>
              <a:latin typeface="Google Sans Text"/>
            </a:endParaRP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293F15DB-5FD6-79E3-99B0-DCDF3DE83D5C}"/>
              </a:ext>
            </a:extLst>
          </p:cNvPr>
          <p:cNvSpPr txBox="1"/>
          <p:nvPr/>
        </p:nvSpPr>
        <p:spPr>
          <a:xfrm>
            <a:off x="368216" y="1310938"/>
            <a:ext cx="442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3) Data sampling </a:t>
            </a:r>
            <a:r>
              <a:rPr lang="en-GB" sz="1600" i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(slide 15)</a:t>
            </a:r>
            <a:endParaRPr lang="en-GB" sz="1600" b="1" dirty="0">
              <a:solidFill>
                <a:schemeClr val="accent2">
                  <a:lumMod val="75000"/>
                </a:schemeClr>
              </a:solidFill>
              <a:latin typeface="Google Sans Text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0B935FED-A54D-1CD8-00FE-C80E70D821A5}"/>
              </a:ext>
            </a:extLst>
          </p:cNvPr>
          <p:cNvSpPr txBox="1"/>
          <p:nvPr/>
        </p:nvSpPr>
        <p:spPr>
          <a:xfrm>
            <a:off x="582414" y="1610887"/>
            <a:ext cx="9302989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Make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sure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to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incorporate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out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of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sample and out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of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time (not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same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problem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). Do not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use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each firm in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training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and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test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set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rather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split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on different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firms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(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overfitting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concerns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with less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generalization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on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new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,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unseen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data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).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Preserve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default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ratio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across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sectors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and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account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for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firm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differences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 Split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by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sectors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as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well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1A1C1E"/>
                </a:solidFill>
                <a:latin typeface="Google Sans Text"/>
              </a:rPr>
              <a:t>Think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of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evolution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over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time. Take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firms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with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the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full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time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dimension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 in each </a:t>
            </a:r>
            <a:r>
              <a:rPr lang="de-DE" sz="1400" dirty="0" err="1">
                <a:solidFill>
                  <a:srgbClr val="1A1C1E"/>
                </a:solidFill>
                <a:latin typeface="Google Sans Text"/>
              </a:rPr>
              <a:t>split</a:t>
            </a:r>
            <a:r>
              <a:rPr lang="de-DE" sz="1400" dirty="0">
                <a:solidFill>
                  <a:srgbClr val="1A1C1E"/>
                </a:solidFill>
                <a:latin typeface="Google San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52826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2B65"/>
      </a:accent1>
      <a:accent2>
        <a:srgbClr val="9BA7C0"/>
      </a:accent2>
      <a:accent3>
        <a:srgbClr val="D0A616"/>
      </a:accent3>
      <a:accent4>
        <a:srgbClr val="D9D9D9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2. egyéni séma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CB9ECB3B0DFE42A61CA68338208089" ma:contentTypeVersion="3" ma:contentTypeDescription="Ein neues Dokument erstellen." ma:contentTypeScope="" ma:versionID="add25e9a1689ffbc65749958266ce5b7">
  <xsd:schema xmlns:xsd="http://www.w3.org/2001/XMLSchema" xmlns:xs="http://www.w3.org/2001/XMLSchema" xmlns:p="http://schemas.microsoft.com/office/2006/metadata/properties" xmlns:ns2="938da60d-4642-413d-85aa-e98b25a009ac" targetNamespace="http://schemas.microsoft.com/office/2006/metadata/properties" ma:root="true" ma:fieldsID="375e7f75e09d48d5d0050db4e9c19526" ns2:_="">
    <xsd:import namespace="938da60d-4642-413d-85aa-e98b25a009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8da60d-4642-413d-85aa-e98b25a009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2C16AB-7DFB-44A9-A607-7CDD9BADD8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25FAD2-FCA8-43C9-9525-8FDB3DE28387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http://purl.org/dc/elements/1.1/"/>
    <ds:schemaRef ds:uri="938da60d-4642-413d-85aa-e98b25a009ac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776C648-B00B-4FFE-984E-38AC714F7EA7}">
  <ds:schemaRefs>
    <ds:schemaRef ds:uri="938da60d-4642-413d-85aa-e98b25a009a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Breitbild</PresentationFormat>
  <Paragraphs>34</Paragraphs>
  <Slides>3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2" baseType="lpstr">
      <vt:lpstr>Aptos</vt:lpstr>
      <vt:lpstr>Aptos Display</vt:lpstr>
      <vt:lpstr>Arial</vt:lpstr>
      <vt:lpstr>Century Gothic</vt:lpstr>
      <vt:lpstr>Google Sans Text</vt:lpstr>
      <vt:lpstr>Wingdings</vt:lpstr>
      <vt:lpstr>Office Theme</vt:lpstr>
      <vt:lpstr>Office-téma</vt:lpstr>
      <vt:lpstr>think-cell Slide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Kindermann, Filip</dc:creator>
  <cp:lastModifiedBy>Tristan Leiter</cp:lastModifiedBy>
  <cp:revision>11</cp:revision>
  <cp:lastPrinted>2025-11-22T08:43:59Z</cp:lastPrinted>
  <dcterms:created xsi:type="dcterms:W3CDTF">2025-05-20T10:26:35Z</dcterms:created>
  <dcterms:modified xsi:type="dcterms:W3CDTF">2025-11-28T13:10:03Z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0x0101005BCB9ECB3B0DFE42A61CA68338208089</vt:lpwstr>
  </property>
  <property fmtid="{D5CDD505-2E9C-101B-9397-08002B2CF9AE}" pid="3" name="MediaServiceImageTags">
    <vt:lpwstr/>
  </property>
</Properties>
</file>